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e56e648f0e42e9" /><Relationship Type="http://schemas.openxmlformats.org/officeDocument/2006/relationships/extended-properties" Target="/docProps/app.xml" Id="R46abb9bb861f4423" /><Relationship Type="http://schemas.openxmlformats.org/officeDocument/2006/relationships/officeDocument" Target="/ppt/presentation.xml" Id="Rff644d0defb1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287d883f40459b"/>
  </p:sldMasterIdLst>
  <p:notesMasterIdLst>
    <p:notesMasterId xmlns:r="http://schemas.openxmlformats.org/officeDocument/2006/relationships" r:id="R5113bb1fac1841fe"/>
  </p:notesMasterIdLst>
  <p:sldIdLst>
    <p:sldId xmlns:r="http://schemas.openxmlformats.org/officeDocument/2006/relationships" id="256" r:id="R72d369931af742a4"/>
    <p:sldId xmlns:r="http://schemas.openxmlformats.org/officeDocument/2006/relationships" id="257" r:id="R13f4f99d5f854a3c"/>
    <p:sldId xmlns:r="http://schemas.openxmlformats.org/officeDocument/2006/relationships" id="258" r:id="R737f450ed2204e6f"/>
    <p:sldId xmlns:r="http://schemas.openxmlformats.org/officeDocument/2006/relationships" id="259" r:id="R9a7d7044586146da"/>
    <p:sldId xmlns:r="http://schemas.openxmlformats.org/officeDocument/2006/relationships" id="260" r:id="R4bcf1af1579e489a"/>
    <p:sldId xmlns:r="http://schemas.openxmlformats.org/officeDocument/2006/relationships" id="261" r:id="Rc1e68f55c89b453b"/>
    <p:sldId xmlns:r="http://schemas.openxmlformats.org/officeDocument/2006/relationships" id="262" r:id="R508d704f69a84783"/>
    <p:sldId xmlns:r="http://schemas.openxmlformats.org/officeDocument/2006/relationships" id="263" r:id="Rdc554313af684c06"/>
    <p:sldId xmlns:r="http://schemas.openxmlformats.org/officeDocument/2006/relationships" id="264" r:id="Rcf3a9342b9814219"/>
    <p:sldId xmlns:r="http://schemas.openxmlformats.org/officeDocument/2006/relationships" id="265" r:id="R792cc36f783c4bd6"/>
    <p:sldId xmlns:r="http://schemas.openxmlformats.org/officeDocument/2006/relationships" id="266" r:id="R65713af4262748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de14c4e496405b" /><Relationship Type="http://schemas.openxmlformats.org/officeDocument/2006/relationships/slideMaster" Target="/ppt/slideMasters/slideMaster1.xml" Id="Ra2287d883f40459b" /><Relationship Type="http://schemas.openxmlformats.org/officeDocument/2006/relationships/notesMaster" Target="/ppt/notesMasters/notesMaster1.xml" Id="R5113bb1fac1841fe" /><Relationship Type="http://schemas.openxmlformats.org/officeDocument/2006/relationships/presProps" Target="/ppt/presProps.xml" Id="R6083105516644e44" /><Relationship Type="http://schemas.openxmlformats.org/officeDocument/2006/relationships/tableStyles" Target="/ppt/tableStyles.xml" Id="R773b705eab914c8c" /><Relationship Type="http://schemas.openxmlformats.org/officeDocument/2006/relationships/slide" Target="/ppt/slides/slide1.xml" Id="R72d369931af742a4" /><Relationship Type="http://schemas.openxmlformats.org/officeDocument/2006/relationships/slide" Target="/ppt/slides/slide2.xml" Id="R13f4f99d5f854a3c" /><Relationship Type="http://schemas.openxmlformats.org/officeDocument/2006/relationships/slide" Target="/ppt/slides/slide3.xml" Id="R737f450ed2204e6f" /><Relationship Type="http://schemas.openxmlformats.org/officeDocument/2006/relationships/slide" Target="/ppt/slides/slide4.xml" Id="R9a7d7044586146da" /><Relationship Type="http://schemas.openxmlformats.org/officeDocument/2006/relationships/slide" Target="/ppt/slides/slide5.xml" Id="R4bcf1af1579e489a" /><Relationship Type="http://schemas.openxmlformats.org/officeDocument/2006/relationships/slide" Target="/ppt/slides/slide6.xml" Id="Rc1e68f55c89b453b" /><Relationship Type="http://schemas.openxmlformats.org/officeDocument/2006/relationships/slide" Target="/ppt/slides/slide7.xml" Id="R508d704f69a84783" /><Relationship Type="http://schemas.openxmlformats.org/officeDocument/2006/relationships/slide" Target="/ppt/slides/slide8.xml" Id="Rdc554313af684c06" /><Relationship Type="http://schemas.openxmlformats.org/officeDocument/2006/relationships/slide" Target="/ppt/slides/slide9.xml" Id="Rcf3a9342b9814219" /><Relationship Type="http://schemas.openxmlformats.org/officeDocument/2006/relationships/slide" Target="/ppt/slides/slide10.xml" Id="R792cc36f783c4bd6" /><Relationship Type="http://schemas.openxmlformats.org/officeDocument/2006/relationships/slide" Target="/ppt/slides/slide11.xml" Id="R65713af42627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6157d6613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f32eed23140c8" /><Relationship Type="http://schemas.openxmlformats.org/officeDocument/2006/relationships/notesMaster" Target="/ppt/notesMasters/notesMaster1.xml" Id="R1fe1e042ecd5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31cb60c234e5e" /><Relationship Type="http://schemas.openxmlformats.org/officeDocument/2006/relationships/notesMaster" Target="/ppt/notesMasters/notesMaster1.xml" Id="R9ec1efdc048d44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ee63bc5e3408a" /><Relationship Type="http://schemas.openxmlformats.org/officeDocument/2006/relationships/notesMaster" Target="/ppt/notesMasters/notesMaster1.xml" Id="R565395cd56fa49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de2d3e5004e93" /><Relationship Type="http://schemas.openxmlformats.org/officeDocument/2006/relationships/notesMaster" Target="/ppt/notesMasters/notesMaster1.xml" Id="R62724ff7ae6545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7243719f6445fe" /><Relationship Type="http://schemas.openxmlformats.org/officeDocument/2006/relationships/notesMaster" Target="/ppt/notesMasters/notesMaster1.xml" Id="R8602333790d9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d483a3313848da" /><Relationship Type="http://schemas.openxmlformats.org/officeDocument/2006/relationships/notesMaster" Target="/ppt/notesMasters/notesMaster1.xml" Id="Rf243ada6905f42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de897667b04ab7" /><Relationship Type="http://schemas.openxmlformats.org/officeDocument/2006/relationships/notesMaster" Target="/ppt/notesMasters/notesMaster1.xml" Id="Re943ce2ad0a0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37c28fd3da4f42" /><Relationship Type="http://schemas.openxmlformats.org/officeDocument/2006/relationships/notesMaster" Target="/ppt/notesMasters/notesMaster1.xml" Id="Rd9c4de888b5043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2c3be9c6754bda" /><Relationship Type="http://schemas.openxmlformats.org/officeDocument/2006/relationships/notesMaster" Target="/ppt/notesMasters/notesMaster1.xml" Id="R86c20750c78948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29c11774b54140" /><Relationship Type="http://schemas.openxmlformats.org/officeDocument/2006/relationships/notesMaster" Target="/ppt/notesMasters/notesMaster1.xml" Id="R1cb28643cc5c48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c6e6e3400c4e95" /><Relationship Type="http://schemas.openxmlformats.org/officeDocument/2006/relationships/notesMaster" Target="/ppt/notesMasters/notesMaster1.xml" Id="R53bf9dd355394f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368476f9348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db65f7c9c416b" /><Relationship Type="http://schemas.openxmlformats.org/officeDocument/2006/relationships/slideLayout" Target="/ppt/slideLayouts/slideLayout1.xml" Id="R0d48b55b83d8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8b55b83d8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c125e07d64e19" /><Relationship Type="http://schemas.openxmlformats.org/officeDocument/2006/relationships/notesSlide" Target="/ppt/notesSlides/notesSlide1.xml" Id="R0820af78917c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2b542dab446b5" /><Relationship Type="http://schemas.openxmlformats.org/officeDocument/2006/relationships/notesSlide" Target="/ppt/notesSlides/notesSlide2.xml" Id="R1bcf987b7c4b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9dea63bbc4e19" /><Relationship Type="http://schemas.openxmlformats.org/officeDocument/2006/relationships/notesSlide" Target="/ppt/notesSlides/notesSlide3.xml" Id="Re36f041fb0f5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ba18ca0e54a59" /><Relationship Type="http://schemas.openxmlformats.org/officeDocument/2006/relationships/notesSlide" Target="/ppt/notesSlides/notesSlide4.xml" Id="R0c0732382fce4a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923726f7c4f01" /><Relationship Type="http://schemas.openxmlformats.org/officeDocument/2006/relationships/notesSlide" Target="/ppt/notesSlides/notesSlide5.xml" Id="R05a24204b68b46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f3e49dab3480a" /><Relationship Type="http://schemas.openxmlformats.org/officeDocument/2006/relationships/notesSlide" Target="/ppt/notesSlides/notesSlide6.xml" Id="Re9ba2de28bb24c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66c2efb48494b" /><Relationship Type="http://schemas.openxmlformats.org/officeDocument/2006/relationships/notesSlide" Target="/ppt/notesSlides/notesSlide7.xml" Id="R3a002134621541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ddb49bc864e7b" /><Relationship Type="http://schemas.openxmlformats.org/officeDocument/2006/relationships/notesSlide" Target="/ppt/notesSlides/notesSlide8.xml" Id="Read5cc71169844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b4f996190456e" /><Relationship Type="http://schemas.openxmlformats.org/officeDocument/2006/relationships/notesSlide" Target="/ppt/notesSlides/notesSlide9.xml" Id="R5c4ff8d9832549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f37eb06e44afa" /><Relationship Type="http://schemas.openxmlformats.org/officeDocument/2006/relationships/notesSlide" Target="/ppt/notesSlides/notesSlide10.xml" Id="R5cae3322bcca45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b80e2a1654903" /><Relationship Type="http://schemas.openxmlformats.org/officeDocument/2006/relationships/notesSlide" Target="/ppt/notesSlides/notesSlide11.xml" Id="R1b5fa4e5170946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E2CEBF-678C-4D81-8D70-8A2ACF3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66CF9-7BBA-4284-AC8C-06CECC1F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EC83E-7831-43FD-B9AE-418E6319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DEF0F-0236-4F6A-A949-1CA48D0D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9A4F5-057C-4DCD-B352-BCE227B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C5C39-FB49-478B-B335-7733730D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AFFD2-7D85-451A-BA5B-272B3E2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91EE6-35A4-4FFA-8E98-2B71DE77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D8B40-29D9-4F66-9878-EF785C7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6A5B2-E836-4DB5-A022-17C12FE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FE4A8-8C4C-429E-BB66-9CEA29E4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8BDB2-8331-447B-A468-D9F09BD6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883A2-45EB-4D8A-B267-4D7C8171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3EBC2-D20B-427D-8546-9224CBE2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E1D9C-66AD-4640-BE8E-77FEC616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3DED3-BC30-4387-8E70-8418C8CD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9CCA6-E1EC-497A-A42C-3FFA4D7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41980-D169-45D8-91B5-BF3CB437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9DDE4-3AC8-4539-87CE-91BF09A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B0C47-2520-480D-A8D0-C3E6D92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AB606-A9D1-4BC4-AF21-389CC8DC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A0628-C2E0-418C-9CE3-F0BA821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5695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F78B1-D7C4-43CD-8431-D770E11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C553C-53A2-48C0-B613-57145AB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F78F5-865D-41D4-95C7-1B759C02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CE38B-4B3E-4DC9-A36B-951A9A7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2EDC8-51F3-443D-8A9C-ED8591A5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3C674-8601-47C5-B52D-B083DFB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CF4DF-E15D-47FD-81F2-A003813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BF732-F546-4F67-8CCF-C59098E9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B2D85-552E-4343-B255-4A029E29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CC106-A72C-47E6-AECD-4AAC8E4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1579F-6B6A-4707-8B02-B75B9DA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F6AB5-FB4A-4483-84D6-C23349E9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D5A4D-FBD1-4295-804A-B436C36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F7DA9-E4E5-4868-9EC8-5833C1A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17922-164D-4241-93CE-FA770CF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3B85-B7E5-4F97-B94C-C3227C87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4B4FB-F8C3-4B9C-8317-8CAEAFC0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360C6-B895-400F-B460-019A012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7571B-EFC4-4357-AB66-20D450D4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665E5-C6AA-4EF4-A019-31E6423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222FC-F109-49D8-8E77-7DCA77F2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C4337-9DDC-483D-BD13-8968FAD2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3B067-E7AA-4188-95DA-D7FB9DC0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E8F4A-5FDD-4337-B610-CEFB79B8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334F4-126C-46CD-8E1D-CFEF03FA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81C93-3517-42AF-A860-5A3C3EE6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18C02-5275-4B6C-B55D-EB06DA36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1D2F9-7F66-4F90-B56A-D0EA7141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8C852-BB13-4DAF-9228-45BC833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3FCB78-2700-4E38-A816-AE5CF511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2EA3D-5F23-4D99-87CD-F3F7FA3B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723F52-7CC4-46DC-B902-5D62108D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A27581-A1B0-446D-BC5C-E08842F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A88D0-6D13-4D74-AC46-B9F83E8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9BA515-BB8A-4F01-AFC6-460323C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524616-084F-4141-A4AC-0999F0D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2D2849-6200-4A22-89CA-EE69C72A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1B8C14-C239-4EC2-BBB0-5C68ED92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0BB9FD-6651-4349-B5ED-E9FA2623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3B5AD3-E141-476E-8A19-07F3A40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CF9065-89BA-4650-8872-4B3B8D6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2E3473-EF45-4078-BB17-6F2B2300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1B058F-EFB2-4A97-B989-5682337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3B3B8B-3AC9-4F9C-A328-6DB4F7D7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D1CADC-F521-4190-B701-C60234DC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995E31-B048-4E28-915A-D4AE5F0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A72824-3A46-456A-AA55-1470355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03E5E6-1D89-420C-B1C6-A923673D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FACD9E-32BC-43F9-AA41-BC674777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5580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1CF5A-77FE-4FB8-80CC-6D5B5D8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 mix by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7540-1553-42A3-80FF-7DD88A1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As size increased, the sampled mix moved toward easy cheap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D21DD-968A-483A-BB5C-0988A9D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AB464-93AB-4A26-B945-96426F89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0FCC4-AE00-44B6-9779-EA4D7C1D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90260-B63A-47AE-A7DC-FE64084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31FD5-E79E-4F3B-8130-193E8A6B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B64B9-8C62-423A-B92E-CE406257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46B69-943A-4B8C-B0CA-84498DC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29519-8939-4821-91B4-C79BA06D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33FA1-E45C-44FA-BA97-289C4FC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AB98A-5205-482D-B8A5-1C4C0EA6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C677F-17F6-423C-958C-3B240A12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41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C05AE-16BC-40FA-ADAE-985DB213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435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21E9E-16DE-4850-ABCB-6C36D824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740" y="2095500"/>
            <a:ext cx="1394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74BC4-377B-41E6-87D5-134F30EA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315" y="2143125"/>
            <a:ext cx="13373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A8C77-B318-4EBC-A4C1-5D9FC39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20/5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01C87-C6A2-4094-A840-4ACFB7EB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19/0/6/0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13814-3835-42CB-952A-C0F31AA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24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76.0% mini-only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E0185-7985-4FF4-86E7-95E4D336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34EFB-4989-4AC9-BC5C-6E927D8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207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50043-69FA-4BFF-BD06-62D03AA2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57475"/>
            <a:ext cx="215074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9AC75-7C9C-4ECE-9E88-A7B7B10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845" y="26098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50B96-46D6-42FE-BEA6-EE33838E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2EA9C-558E-403C-BF85-191BD063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74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9A2E-E242-4092-924A-0F8B706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88179-A651-4036-B7DD-E6E1C7C7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57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55B97-6052-48EB-8608-71298153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40/10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7ADDD-DCFA-4C2E-8177-71698592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19/1/20/10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476BE-5C0C-4FEA-B618-03FBDB74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38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38.0% mini-only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252AF-2FDC-4454-9A71-7A9E3117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2A3BB0-188F-4D1D-BEAA-BB9BAAAE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47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CBEB83-5691-4907-A440-EE1A864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14147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FBF85E-61D3-401C-AC98-A80DCC2E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80" y="3124200"/>
            <a:ext cx="774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8E4469-58EA-425A-9E72-ED85B4FD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50" y="3124200"/>
            <a:ext cx="33312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C3B7DE-FA70-4C05-91BD-3C38B6F5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171825"/>
            <a:ext cx="32740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57%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38E5B6-B152-42F4-9AEC-16F1F90C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12420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8E959-229E-47CC-805B-75E78F1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317182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5557C-819C-45F7-933E-0FC70BC9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52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60/15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9B5B0-FAED-4538-B0F6-DFD6F70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52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19/1/43/12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32D571-C4F4-48AA-B284-4482ABBB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52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25.3% mini-only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E28DFA-9B94-4C39-BE5B-5D7ABCAF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7C28D0-F618-4E39-BD03-CACAF96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1039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F803E7-55CC-4095-A2D3-44026775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86175"/>
            <a:ext cx="10467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CBA63E-2A0A-45EA-8DF0-18A686EB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36385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55B9A9-5D11-4935-87E4-5221F21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103" y="3638550"/>
            <a:ext cx="3602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2C04D7-5803-4D18-BAEF-22FA0C3F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8" y="3686175"/>
            <a:ext cx="35452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3E33A0-A051-4B91-881F-040E104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458" y="3638550"/>
            <a:ext cx="9877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654A5D-6539-46DA-B754-FEF2624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33" y="3686175"/>
            <a:ext cx="93059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A8B005-E1CA-4C1F-8CFD-F4D7EC7C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67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80/20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2076E1-525F-48A9-A640-6AB49D3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19/2/62/17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7701AD-433B-4549-A3A2-AF8EAE1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67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19.0% mini-only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429817-70DF-435F-B149-CC57B60A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89E07B-6CBB-4AC2-9893-3A33EE6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8831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03C53C-9B0D-47C4-B63A-6356F82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00525"/>
            <a:ext cx="8260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46847B-FEC3-4AE3-9F0A-38E3CAE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108" y="4152900"/>
            <a:ext cx="13944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3448EB-5062-4B29-9805-8D1C1A7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54" y="4152900"/>
            <a:ext cx="37185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4BBB64-6F98-4A30-BE6F-AE2A83C7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29" y="4200525"/>
            <a:ext cx="36614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9AE6A0-09C4-439C-B599-E9C6190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114" y="4152900"/>
            <a:ext cx="10690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88D934-6F02-45CC-9756-15AC525F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89" y="4200525"/>
            <a:ext cx="101193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68355D-A6AF-4139-AAD0-0AECBBA5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100/25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E2569A-C448-417D-A0A7-7F7F170D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81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19/3/80/23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2F12B7-6555-401D-96DA-7A30399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81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15.2% mini-only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1844FD-96D4-4A00-82C5-F75EAF04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8B6A36-82D2-4085-8A5A-E51B98E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735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F38E25-0F55-4BA3-AF59-E655F0B5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14875"/>
            <a:ext cx="67881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0CA092-BD89-4D2F-9A6B-DF7A1A1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15" y="4667250"/>
            <a:ext cx="2324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D0A18A-09BF-4DC5-A5D1-24EB6ACB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25" y="4667250"/>
            <a:ext cx="39122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AE878F-E830-4DEF-AC39-78FF003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4714875"/>
            <a:ext cx="385508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D1A8AB-9519-4909-A573-442D539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466725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56B0BA-909F-4FC6-BD38-5E36103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471487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6F26803-ADE9-4083-BF43-242FC85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120/30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60FB67-B54B-499D-B6C7-72F7A833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19/6/101/24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F0F1B8-3E3D-4540-8030-5F19F23D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958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12.7% mini-only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67462C-CDC9-4E40-94ED-64748D6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672E62-6B92-4D0C-9079-5E708B7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55197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C74E93-C851-4D26-B7DE-D53F464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29225"/>
            <a:ext cx="4948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28C2BF-D487-47B5-B536-43F971C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24" y="5181600"/>
            <a:ext cx="2614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080BFC-1D44-4A26-96E4-73D7F13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5181600"/>
            <a:ext cx="412527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EE592F-2FFF-4799-ADF9-F3763C69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29225"/>
            <a:ext cx="406812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493B6A-0F56-47D8-B409-86AC50C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5181600"/>
            <a:ext cx="8715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8F02DC-B2B6-4CE9-8FFA-AB74E14E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5229225"/>
            <a:ext cx="8143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360A3D-589C-4A20-B279-E7D832B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01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160/40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E846860-09F8-48B4-AED2-591ED44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0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D627B97-6D88-46AA-AA21-4DC06B9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101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9.5% mini-only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D1053F-C73E-4A4F-8ED3-94D88CA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The key shift: mini-only stayed at 19 examples, but its share fell from 76.0% at size 25 to 9.5% at size 200; both-correct rose to 71.0%.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E92021E-0D8D-4524-AF31-8B49421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Format: mini-only / nano-only / both-correct / both-wrong; values are selected_outcome_counts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3FD2D0-ADEF-4DB2-82F0-A759055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4324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17184-217C-48AF-B7BE-7FBA5F9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8B4B2-409E-4B16-A6D1-E81AE29E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mix shift explains why larger size was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A01E8-4235-4703-887F-5E7BEE08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50834-E3C0-42EE-944C-52CC274C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7B7F5-6039-4895-B9CB-45B8D0AE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AFED4-482B-4B16-825F-FC700A6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6F372-39F6-4B1A-8B7B-8793090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CDB5A-266F-4508-8500-0D9797C5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5B259-F7B0-44D1-85B0-FD8D0528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C64B3-307C-4094-A534-EF1458ED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AFBC9-782C-4D5B-94EF-5176002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0A1D8-38D1-4FE0-94A9-C1BF40E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E1A41-B582-4846-B8FD-12AC2BFF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36626-6578-4F10-9DC9-4ABF133F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9DAED-37F2-44D8-9B89-B159AA32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47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94725-C69A-43E0-997D-0B84421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D9901-56C8-48B6-93E3-12382C7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98687-A01C-441A-8BBA-BF2FF15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13630-5FAB-426A-8ADB-C25E4BF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CF03F-2B0A-49AD-9826-8525856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BED88-6F1D-4AAE-A864-72A54D26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8F83B-1444-4F0B-A7BF-7066644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85851-A592-4609-9E82-7B169BD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CF92B-4B33-4999-A65E-DBD8894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07096-4C24-4F62-86DA-8BC3E5E0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1EA90-AB0F-4827-A66F-1CE3B381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9BCBD-463B-4A24-A129-FB3E1CDE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54AC8-3D11-4E01-AAE1-9FD8879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EE5AD-9E20-4DEF-A023-A321038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258CE-AB93-4C66-9320-866DF3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9EECB-366A-462A-8599-8B9403A7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0344B-2D22-4587-8CE5-CAE62A43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0D63B-AD9E-4C7F-A5A1-19F08EA5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A5D873-4991-4A25-BF21-0CCF0F05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9C497-D82A-4B96-AA25-D18AA296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E0095E-FE6D-4CDE-8CA1-C1FDCE5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F51F8-2812-4726-B145-1B2E075D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23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442E26-391F-4A13-870E-334ADD96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89AD0-30C8-4B11-B730-FA9FF92F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6D670C-5E7A-40BF-92A6-326F73DE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1BECE1-47ED-4F4C-95AF-DA0EB00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8989BB-F819-467A-B9AB-2F017BEE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1FA3D3-B067-4DFE-AA79-55ED719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005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536ECE-A741-4C94-9F3E-064C689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C092A5-EB27-4307-BE71-9AB30D9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E615A9-6FBF-471A-94B7-BE7B73EC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D6C708-C49B-4B6C-B39F-4B56B1A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377273-2E65-467F-94B0-CC582DD4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B2994F-88FC-4F10-95A9-178D2F73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94D2A1-45BA-4E07-99C3-D86303C4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386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212E29-AB76-4AC4-8472-CC638D2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386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2872CC-055C-49CB-BB8D-93C33B79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4080A3-B8D1-440E-9674-20ACF92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46F502-06CF-4720-85A1-6AE668B9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F73D35-8B84-4BCA-9EA7-6E9BF2D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4C2E27-0D5B-4523-8D8B-4BDD5C17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6D48BF-1E4C-4942-B7F2-560B67F4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768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E1764D-12D4-44FE-B623-CB0E7CD2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768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D1F6F6-31C8-456A-B04E-34F6211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F0FF22-272D-474B-80F6-E01C2C30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143D41-EA0C-4E00-B52E-0B94A91F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D792C9-3462-4CC9-9B12-6778BBF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185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D2C2AC-8A81-47D5-8CC4-D8ADBBA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AD6454-207C-4394-A53D-133DAF68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56471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92FC2B-55C0-474E-9EA8-2DAFD0F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526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78.5%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30AD10-B39D-4A52-9ABC-4992ECDC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18.6%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F39604-743D-4D2D-A854-DF1874A2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070D80-88CF-4103-83F3-59ED07A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4615E9-0667-4BE6-8708-A9A18476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15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AB1B00-FFB1-4A17-8545-1C6152FC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DDA91C-DF91-43F6-B7C4-5002CFF1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8254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290B27A-9DE3-47BC-8A67-15BC73E7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482B22-E2D5-4CE4-A9FC-9004DB11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0D72A2-404B-49BB-A7D4-D38738D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F48144-A244-4486-A475-B7BD4732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499F4D-823A-4806-BA73-D3A2C4A3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0942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9AAB3A-FE53-494E-9E03-C39B3BB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C64E52C-F061-4616-ACEA-9F720C7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947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C2D3B0E-7AB9-4E95-BEE4-62D5736A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527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77.6%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29AFC1-DB45-43D4-88E5-DF28B16D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95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31.2%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20B2182-C61D-42EB-89E4-7B76A0E9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C503EA-8EDA-471A-8907-4D1593A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C7F0A90-88BB-4CD3-843D-BF61ACA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0537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5A9B7C-C58A-4CE1-8CC3-FB076257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F90328-96CE-4BD3-BE75-A269C48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131766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2614B9-DC57-4058-9790-C95DF11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527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76.1%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185088-92CC-4874-9D42-F632D86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956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43.4%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E1AEDC-D1D1-42FB-9082-CB2F36C6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6007B2-BF51-4452-8440-FB4C8DB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67C919-6116-4A73-A121-3883E4EA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60DC7A-B91A-4BF0-BC6C-25DA23AA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78EB51-AD8D-4E7D-A917-E0BD92D3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0493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240962-0750-49EA-87E2-B72D7A02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528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6D85D31-9A90-4D68-9E2F-8EE4E4A0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67.5%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4A5F91-EC80-41F7-ACB7-D447F2EA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1805DD-A146-496A-B309-9A4FFF56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FB08C2-0C2E-47ED-AE73-842D06DC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4124E6-A3C7-4550-B60E-5283939F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2E1D07-4597-4752-B645-622A69B5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A30F49-7647-4579-A6F3-79D28C6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3C84B7-E69A-4A91-B7C3-F19CCEEE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1BB9F1-A8B0-43B9-9F24-166B75C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14F3A27-5087-4925-8E2E-6FAC5663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98DBEB6-35D0-4C25-93D4-2B84087C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65075A9-26CC-48FD-8095-C6B20FF2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8AC1B79-52A1-44F2-861D-54FBC68F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D8D14B-22AA-44BA-8A67-0738704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52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3B01C20-11E2-4B90-87E2-3BCF63B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B1C933-8F1C-4478-B41A-ED0DCEA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5F6BF8-2FBF-4925-B94C-9D85BB3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17F26F0-F434-484C-A01F-C6FA874E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3BE3662-92B9-41E1-A34F-6DF32E4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43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cost savings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1E9E13D-5C9A-4AC3-B641-A098972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816FFA-EC7A-4044-904C-B284DDB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7539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4A303-5EA5-4559-9334-7BE1ED3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09508-A252-4723-883A-0EB215B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505D3-F020-41E9-BDAE-90704547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284B9-0693-4BA5-A6B6-F7E4600D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2D90C-8D41-469C-89ED-18E3BF5F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B63BC-8414-415A-9450-3EDFFCEA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A3F7E-7CD1-45BA-99FA-0AAE6BB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06DD5-A070-4917-BB13-56F1CF6D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D5F83-F82E-4561-B414-AB5A5D7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5F427-C433-4B59-85DD-FDA76824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00A57-41B1-4BF6-850A-732A29DD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AD708-388D-4F2B-8740-18B3878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55C6D-8738-40AF-8560-604576B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D5937-9A6A-4569-834A-316813DB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9B69E-171D-485C-8C16-1CE749F3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0B85D-9CD7-499B-B569-658E0E10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CF027-CA25-438E-A1F8-1EB52299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7AC1C-F427-4C77-BE99-57E6FE07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4E7F6-E69A-4EBA-955D-4C17B5B8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36471-8FDF-4D8D-ACCD-1E97AE2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DA961-5237-4560-906C-1C7765D7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85A56-CBE5-4BCB-95FD-C963120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00B24-E488-43FB-92EE-CEF2729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46465-81CD-4F6F-8B64-961926D7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625EA-4252-47E6-93EC-CF24EB91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CA500-E0EB-4661-B6F9-DA24063F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84723-7173-458F-A398-50FA7B79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2D688-CE22-47CC-A6F2-3CB5C7F5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EA531-DBD2-4F90-B72F-C22AAAC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A376D-7152-43A1-881D-1A242FA0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481FBC-BACE-4D68-B30E-20F63941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367AB9-A59A-4D2B-8004-178CF92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C85C4F-8B0A-4660-AA0B-F76C1854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CBEEB-ACB7-4B67-A392-DF5AED5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232EA-FCB3-479A-ACBD-B8E6C21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0F04D8-3420-45C4-8664-34CE716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39071-6135-4A4F-9056-4B1F953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34F115-71D1-4E9B-83DA-8C43E8EE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098F9A-6935-46E7-BF8E-9BE18136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C0F2A-BFAE-4B1D-916B-0B1D7C9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5D5101-4DB9-4BDA-9FAE-FCD68F83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85EC08-A165-4579-85A3-97226CC6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583BC2-AF76-40FF-BA04-DC77FD23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EAC8D9-D74C-4665-AF04-98C31D6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C3DA7A-A4FC-447E-BFDA-9B2DBE14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49669B-9E3E-4CAD-8F9B-680D41D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8F4E05-43A5-4897-84D5-204FA18E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670E8B-8A8A-4509-9430-078B792F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EB048D-9B98-4C4E-A501-481629A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7502B3-01D7-4BAE-A18B-041FF6B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4469F1-1F62-4880-A228-8DC4F11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7481C1-13EB-43C1-B313-352ACE1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C82CFB-FFBD-40AE-9B21-6CB1E751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D57ACC-1950-4307-BC51-6C32E338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E2026B-051A-4381-8620-72D6C842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398ADC-5621-420A-ABC3-45C16E47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F5051E-811D-4556-9F25-6C67C12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527CA1-0C82-400D-AADE-2C007252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1823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37951-2916-45EF-8A1C-9338B0E9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2056E-C4F2-4EEA-8673-115DF7AB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7AFE9-D65C-4504-9C4F-E8C387C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A21C4-B59E-45F7-9328-FBE63926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2673D-DDB0-4C3A-A54F-C032DAA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883F5-D093-4ABD-84B6-6505DE84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CBA90-FE3F-4C26-9871-5176E87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E052B-8E81-4B69-9DDE-534BB31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6358B-706B-4C18-92AB-A9CDBC96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0EC0C-EE81-4059-9ECC-BBC9932D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4DAFB-8A81-4261-9272-B9C87C03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9D0CD-DEF2-4CB8-8B30-74E881F4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DB320-8645-4055-B017-1AADC73F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684EF-6F44-49E6-9CD6-3FE4191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24C4E-25EC-4D56-86D4-C160750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1E138-7CD1-4271-9AA8-41B5A593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CBDD7-595E-460C-B795-CE0EDBD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1DC22-88B4-436A-8A37-C9D96182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B139B-4416-40E0-AA90-45FB4B8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7994C-78C2-4313-87FD-DA8814DA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C0B06-B49F-4C3F-8C20-DC3870E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6DC12-5F3B-43F9-BB56-FEDFC48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342AF-8A0B-4C69-A3EC-5FEB127D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042BE-45D4-4645-962E-2B00182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CAB5A-F3AC-4B56-BBC6-732A1378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F8165-2D74-4B71-8E11-EA27A8AE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D5ED9-ADF6-4BAD-856C-4C370C9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1AACF-BC8B-4B98-AB0D-CAF965FB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6DB9CB-0147-4624-97BB-3768452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C4DAA3-81A6-409D-818D-F4BF945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2BD4AE-4C8D-4B38-B553-38D45562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377B7-3F92-414D-86CE-AA147CBE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F9D3E-9F85-45CE-994A-B499A55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F89A32-075D-4783-BDCF-ECC850F5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A48475-E2A3-4925-82B9-1202A67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7F85F-16B0-4F42-8B2B-F4F548E1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D00C6B-7126-49E5-ACEA-CD4E535E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D91869-F0B8-4393-8DCA-E3411AB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51C31F-2BF2-413E-B97A-2BA2E9E9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EA828-47DB-4BD4-945D-6A4D0935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9D7239-270B-4A09-B4F9-88DB1E58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EF007A-E561-44D5-8971-B5F184F8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7E0BA3-5EE7-4543-BC6D-3110254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636E9A-EBFD-44B5-A5F0-40771DAF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95A9B2-48B7-445A-96C8-CB6FF821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979DB0-046C-4FFF-9CEB-6968021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35DDC1-F59F-4436-9AFD-D8734436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970B29-18A7-408B-A64B-053053D7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CD064F-0113-4D4D-B572-315F095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846F4C-8032-4331-9D49-3AEF3352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9FA34B-538B-486A-9626-9CF435B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814EDD-2B8F-4879-AC82-7E491E77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2B9E91-C7C0-4D36-9297-DD2D3D0B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0D8C4A-B326-4B82-BA17-167B9EE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9851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A0787-78BD-4B4A-94D3-15CFB9D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6795-49A2-4ABB-AE1E-2CF0ACC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9E2AF-4FC9-49D3-A776-287A50D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CD7AC-616D-4FE9-A466-847847D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475B1-D83E-43D0-B5C2-88A9367B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55AA7-8D13-4B14-AEB1-D8527B9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BE2FD-7BF7-4139-96E5-5D828A6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5DB67-7283-44AF-886A-0FC0304E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AD509-BE0D-4C1C-B67B-7D1D12E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4EA92-CD5A-4697-946D-BD43ED07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8E224-1380-4141-976D-2D4EDEDC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93BC6-EB6C-4C47-BD28-833DF032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18BF9-4C05-476D-9A94-6DE09A8B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F2658-48FE-461D-8C74-4F32A14E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4A8F4-8D7C-4CA3-B992-40A75BD6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FEA97-B2D6-4523-9428-5E22F3C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0A65A-2D46-4A25-95AE-96557D8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F1D9A-9394-4ECD-9219-4179D54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46831-4888-4C6D-82C1-EE655242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278C3-1D61-46A4-80F4-B1336B3B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19F24-24A0-4F1E-A06D-CB0EFE9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B4FA1-64AB-490D-AEA2-475622D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5CA30-B300-438D-80EB-A525E746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5FDA8-8CC6-445D-8344-ED62381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95847B-9C9F-44CC-872B-C6B5777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CD3D0-CD6E-4480-86AE-64D01BD4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5419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C1FDD9-1CD6-45E4-B05E-9F61358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7696B-D66B-4D36-A3D1-03EF20C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96CCE-E9D4-4C96-B962-038F825D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2AAA0-B599-417B-AB0E-E49A2137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2B027-990A-4EC1-84A2-F11BE13B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C6C27-35C9-41A0-B8DA-612FDAB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4F8F2-3FED-4342-AF60-64A31E9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6C733-4CBC-4C72-ADBE-A97366D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4B925-412B-4170-A1F5-AE91F85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3EF82-C37F-4287-A59E-CB22311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2DC75-D75C-41DF-8D5D-9A61C277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85CA2-5AED-4CA5-ADAB-AF67AEB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6CAF8-0013-4F32-81F3-70D92551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9ABD0-D5F5-45C4-8E2D-9FA63E24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2ABE7-DB20-4396-A04C-DD9745A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23501-BE52-459F-A8D6-6B9D4E42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27420-7839-4310-8D5B-A54E8581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DCBB2-D350-42FF-B705-10B1917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7BFF-EFE9-4513-905A-4EE8B0A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DC024-2D56-4615-A7A2-6EFCA8E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DE11A-2A87-41D1-885C-8750D5A4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4A2C9-3930-4B5D-9FCA-2281613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0690C-1DC1-404A-A2AE-AF0D8694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246C8-56B2-410C-839B-41CDBAF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E2266-595D-456F-850D-CBBC541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E2B5A-1E84-41B2-BA74-1171D080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BBDE74-1845-4FC2-8B3D-2E377604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61D4A-00E1-4FA6-A285-FB531ECA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ED1AD-D1CB-4EA4-8D24-DCA4D9B4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4C8B12-D43D-40E1-AD36-268DF4B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E2CA0-A967-4E0D-B423-5D9F62E0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079E7-2A2E-471A-8E10-F7E8F55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9A187-6D60-4690-B3F9-6F61824D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AD8017-F803-4833-AB4B-3FD4204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20BF1-E41A-4DD6-AF68-71AEEB2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817FA-4047-434D-8604-2A18360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AA7B61-DFE8-4284-A727-0B9761C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FAEA06-7CC7-4980-9F4F-AFEF918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E771C4-B639-4958-83F4-EEEFE7D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68271D-50D8-447A-8357-66F6B1C0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93BFF7-ACD7-4C1C-8125-6040760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DEE0B3-C02F-4CBD-A153-AF5B6EB6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D7B7D6-9280-4F85-8650-DD9C43C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E078A7-9703-4F2B-858B-F6051551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6E2098-C412-404E-9AB1-F2896041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6952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FF729-4166-4BA7-AE51-555AD29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76056-422C-4467-BD38-459B05B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88129-1C84-4E4B-9C5A-BDBF9D26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F1232-1B4A-4E31-86BE-870FA21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6A47F-CBEC-409E-BBC6-E6067CFF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09C2F-A0E0-4884-9163-84EEA39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EA577-EF22-4FBA-B427-999E3811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68BED-2096-4D08-9304-07BC8F24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66FEE-61B4-4A62-898F-0DEA0F48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0AD7B-ADB4-4982-9574-E83E11E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DEE6D-61C6-4DF0-B401-AA026D5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9821B-B7BE-4B72-BC12-41E58B6F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C1B79-0CA9-4ED4-A0B5-731845A1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9276E-90BB-476F-B41B-957E16CB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C214D-B2ED-4C38-BEEC-0E2E2ABE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3DC3C-5435-4DCC-B3C3-F2A90657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F7FD8-3347-4D63-B8CA-A25C094A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F88A5-7DDC-49D7-8D20-DCC4D2E0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4E830-1F0A-4AA8-AD3C-1D092BB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5C128-9588-4002-8254-062FE8A0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74CBA-C0CF-4BB5-9AAA-93304F7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5AD43-3E7B-4C8E-9968-58B85D3B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8B37C-CCE2-498B-A6CB-7587B72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674F6-F72D-421E-87A7-82C705F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5A60C-D501-4A16-B824-291BF342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3569D-A68C-419E-A7C5-91454AE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2F74F-9CF2-465C-9617-7CCA3D7C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96269-C3ED-41AF-A38C-4D5A3AD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FDB4E-65D1-4275-9D7C-2DBEBFC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5F136-6925-408A-825E-2B3DF53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686BC4-E6FF-4973-8462-9471EDE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59833-296D-4EB0-8E08-F6D83B26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C4D0AA-BAAE-4B27-90B6-9C874740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4A07E-07BB-4AAF-982E-CB44E445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FFECC4-C2A3-494B-ADB1-00DC7B7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95785-DA86-47DC-8AEB-747D9F0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BD8F01-715A-466B-AF0F-CA729EB2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456186-6541-41C9-BDBB-F6115D0C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B4B020-2FE7-47E1-B427-5CCCB53D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D13AC0-1F56-4238-87FF-4F716EA9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B79076-5308-4253-A0AC-7BFC312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4F79FE-54C9-4197-BCC3-0E7C3E8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D37686-67FE-43D0-9FBE-23A4178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1264C1-759C-460C-AA01-D0DB09F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EAC436-7A24-46EF-BA0D-B37327C5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EF382E-B0E5-4A39-A9E5-BB34E52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0F6BCE-A06F-4DCB-B318-A459CB47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972724-4E6C-42E7-BBF7-A029A1F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3A26DF-4B98-408A-9FDD-B45D13E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F79539-D3A5-4585-84DC-767AF004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28C5E5-9A6A-4572-BD77-5BB91A17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315C47-B440-4F47-8741-C7341D0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8839F1-CB16-44F8-8E15-1B497DB4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425CE1-2928-4BCF-BB5C-6E912C1F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EAB4B7-48B2-4C7E-9109-1645F6F2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E804E3-D55D-4EBC-A5D9-AF13A2D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BD0B68-21B1-476F-A98C-A439D88E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423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F90BB8-B61F-429E-A36D-2489835A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16F50-8D7A-4EF6-9CF8-A77535A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39CF0-7F14-4DFE-90C5-2A6DE097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2BED4-2065-4427-B78F-B3EBBB7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2AFF1-153F-422A-84AB-EFAA5A6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B5B7D-748F-496C-8FF6-9B63BA16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588E7-413E-423E-8A55-A22745F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B2EE1-503C-4F89-B884-45D49D8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3F8E0-D64F-4CBD-8B0E-804050B9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A4B0C-4202-4118-BC3F-831481D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C1738-E584-496B-A381-E01BAB7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E25A1-8E5B-4DCF-ADEA-3683038F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55F78-49E6-410F-9E06-1B4BDA6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356F-8DA0-4516-BD63-595045C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C2E0C-1FD8-4BB4-9138-66E918C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8FFF8-B85A-441E-BB0C-1C422671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A9603-FAF3-4143-965B-710C7E52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A19EA-60FE-456D-88F7-F2DCE4B4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6F13E-7396-4467-9B75-77357E94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DC937-F5B7-4A7B-98D4-7BF58305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BC046-F7E4-431F-972D-F293B213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8ECC9-7807-44BD-8418-C4308870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90BB15-E5F5-49D6-B928-4831619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4523E-1A88-416B-AF86-F2B4B197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17FBA-D490-4709-85A3-77DED92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33060-2D84-4E28-8582-3F0AAA16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3AB4E-9DDE-4E16-9E9C-72472F1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473C8-B9DB-4904-BA45-95F2DE74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DA79A-E59F-4901-B3AF-1CFC7BAB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C6F61-F057-4EF0-A387-C6589DE6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622C9E-21DE-4093-A6D2-7ACAFD2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93D7DC-7FB6-4198-83D9-F790A771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B46BF-5494-4E84-BD27-FC40232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0154DC-B4FF-4911-9D8D-307E566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C86349-D154-4183-BC1F-DF3AB686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5C8D0C-E0C1-42B1-8279-DBDE32D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5C437F-F4A4-4A02-AF6A-C3941BAF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0A5E04-2BA6-415A-8580-0CCD6176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B4B407-F901-49E6-8258-E234D0F5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2162A3-FFE0-4DE0-A330-CFA82294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0A5339-A775-4956-906C-12E80466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A41C51-DEFC-45FB-9056-3828B5A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E8BF8D-30CF-4820-BC4B-08D6569E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AE239E-118B-4FE4-A4E4-B01A9CF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063897-8F2D-44E0-BA74-1CD4D97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45BD4-6D87-4CFB-B70F-42974E4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D22DBD-17F0-4C53-A95A-B8E9EB9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778EC2-351B-4BD1-8060-201F5E27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E2EC6-EC8E-48DC-BF80-587D67C1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50746E-F4BB-4974-B167-2009870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47FA4F-DF10-4B39-850D-0DA353C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E059BB-F4E1-4167-A9D4-AD5D62C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52F939-A20C-4889-914E-70D14122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B7CB2E-E150-4313-B20C-625D50D5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9B735F-4186-4F7D-BC78-166E40B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89DBAC-7A10-4F23-9443-1FDA19BD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F6C986-DBCE-456C-8C82-149F6B7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118423-895E-487E-8A86-B566D874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0BCC57-7FEF-4656-8BF8-E276815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0A858B-B97E-4973-AB1D-BD157158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65BFC7-7DBB-4176-857D-3FD2C1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F4C349-8161-4824-9B66-105CE614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CB8F1F-2D19-4036-AB87-BFE33418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24BA6C-4BE3-439C-8B59-138E669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74DE1D-D38C-476D-91AA-FB8A6F7A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C3D279-1538-4D82-86E3-2FCCF1C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F42AED-EF21-4B74-9719-3E554FA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9E6E4E-AD6C-43FA-A4DA-5A0C84B4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7338BD-9744-450C-B986-54D7B43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5AD3C8-17AA-4E68-8E73-1EC6275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C001D9-D04D-4089-90C1-9F740F85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70FFD9-60FE-49C8-B562-3EAAF333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7F5C3D-7E01-4E60-BF42-244DBA88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7A6857-2A98-411E-8B1B-65ACD45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2CD13B-5429-4C05-90EC-FA9816D1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2CC69B-77FF-4FFF-A25A-2232B6D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F271C2-BE40-4412-B2BF-FB9EBCB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2952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0FB55-08B2-4385-A727-FAECF1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2E40E-669D-4E81-A5A5-63473B20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8B132-EB87-44D7-9C2F-87DDD69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B8908-9965-499C-9032-0424C7C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D7755-A952-4093-8380-85CAD836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9B12C-9D67-4AA3-BDCD-991E6396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42EEA-B5AB-4EFE-8650-EEDB3A20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85FDF-4908-4C6B-93A3-568C528E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A7F31-479A-4B57-B478-D4D5BA96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066A9-0C81-4EF1-B7D7-275A8372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F8582-B604-42F9-81F0-C5B59BDD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A5193-F639-4DF2-B279-CA12E158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445FB-BAD1-4A24-8469-4B33DAA7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62525-5F3C-4F40-9EAC-74D4751C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CFDF5-189D-4558-8325-7484AB8C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4507E-DFF0-4210-8ABD-2860B130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D3D21-7459-4647-B2CB-2043DBC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221F5-A0AA-40F5-BF58-39206CF0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3E207-1F2A-4049-937A-3DE053F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05983-8652-40FD-987A-1980041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F5D78-4110-488A-9DDC-776C0C0D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D018C-334D-4765-908B-D6211C5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827BB-6CC8-44C4-A96F-CDA3D43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4E39F-40F1-4E1A-8E04-482A90F7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497AD-4A77-4E84-904B-CD1CA3C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6228A2-D779-422D-88A8-F4F1C4FE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5314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2026-07-14T17:35:52.5600000Z</dcterms:created>
  <dcterms:modified xsi:type="dcterms:W3CDTF">2026-07-14T17:35:52.5600000Z</dcterms:modified>
</coreProperties>
</file>