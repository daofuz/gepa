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ff6ba80c64845" /><Relationship Type="http://schemas.openxmlformats.org/officeDocument/2006/relationships/extended-properties" Target="/docProps/app.xml" Id="Rde70ae1594ea444b" /><Relationship Type="http://schemas.openxmlformats.org/officeDocument/2006/relationships/officeDocument" Target="/ppt/presentation.xml" Id="R417c0a15419947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a8070be76b431b"/>
  </p:sldMasterIdLst>
  <p:notesMasterIdLst>
    <p:notesMasterId xmlns:r="http://schemas.openxmlformats.org/officeDocument/2006/relationships" r:id="Rc9a7d74946cf473d"/>
  </p:notesMasterIdLst>
  <p:sldIdLst>
    <p:sldId xmlns:r="http://schemas.openxmlformats.org/officeDocument/2006/relationships" id="256" r:id="Rbbe6d27fb6b74f81"/>
    <p:sldId xmlns:r="http://schemas.openxmlformats.org/officeDocument/2006/relationships" id="257" r:id="R9488b9816c0f4c44"/>
    <p:sldId xmlns:r="http://schemas.openxmlformats.org/officeDocument/2006/relationships" id="258" r:id="R01ff7fbce4604c3d"/>
    <p:sldId xmlns:r="http://schemas.openxmlformats.org/officeDocument/2006/relationships" id="259" r:id="Rca114a1a130045e7"/>
    <p:sldId xmlns:r="http://schemas.openxmlformats.org/officeDocument/2006/relationships" id="260" r:id="R92ca112ec595463b"/>
    <p:sldId xmlns:r="http://schemas.openxmlformats.org/officeDocument/2006/relationships" id="261" r:id="R05d05a3bfde44068"/>
    <p:sldId xmlns:r="http://schemas.openxmlformats.org/officeDocument/2006/relationships" id="262" r:id="R484869826c3b46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74564860b8467e" /><Relationship Type="http://schemas.openxmlformats.org/officeDocument/2006/relationships/slideMaster" Target="/ppt/slideMasters/slideMaster1.xml" Id="R0da8070be76b431b" /><Relationship Type="http://schemas.openxmlformats.org/officeDocument/2006/relationships/notesMaster" Target="/ppt/notesMasters/notesMaster1.xml" Id="Rc9a7d74946cf473d" /><Relationship Type="http://schemas.openxmlformats.org/officeDocument/2006/relationships/presProps" Target="/ppt/presProps.xml" Id="R012c6d2ecb714a7a" /><Relationship Type="http://schemas.openxmlformats.org/officeDocument/2006/relationships/tableStyles" Target="/ppt/tableStyles.xml" Id="R1302d03715a444ff" /><Relationship Type="http://schemas.openxmlformats.org/officeDocument/2006/relationships/slide" Target="/ppt/slides/slide1.xml" Id="Rbbe6d27fb6b74f81" /><Relationship Type="http://schemas.openxmlformats.org/officeDocument/2006/relationships/slide" Target="/ppt/slides/slide2.xml" Id="R9488b9816c0f4c44" /><Relationship Type="http://schemas.openxmlformats.org/officeDocument/2006/relationships/slide" Target="/ppt/slides/slide3.xml" Id="R01ff7fbce4604c3d" /><Relationship Type="http://schemas.openxmlformats.org/officeDocument/2006/relationships/slide" Target="/ppt/slides/slide4.xml" Id="Rca114a1a130045e7" /><Relationship Type="http://schemas.openxmlformats.org/officeDocument/2006/relationships/slide" Target="/ppt/slides/slide5.xml" Id="R92ca112ec595463b" /><Relationship Type="http://schemas.openxmlformats.org/officeDocument/2006/relationships/slide" Target="/ppt/slides/slide6.xml" Id="R05d05a3bfde44068" /><Relationship Type="http://schemas.openxmlformats.org/officeDocument/2006/relationships/slide" Target="/ppt/slides/slide7.xml" Id="R484869826c3b46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1f19fb687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9578ed4a664cd3" /><Relationship Type="http://schemas.openxmlformats.org/officeDocument/2006/relationships/notesMaster" Target="/ppt/notesMasters/notesMaster1.xml" Id="R6778c029de8a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a08aa9be924d68" /><Relationship Type="http://schemas.openxmlformats.org/officeDocument/2006/relationships/notesMaster" Target="/ppt/notesMasters/notesMaster1.xml" Id="R9977c8aba92c4d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939edcf8446a8" /><Relationship Type="http://schemas.openxmlformats.org/officeDocument/2006/relationships/notesMaster" Target="/ppt/notesMasters/notesMaster1.xml" Id="Rda542d010ee7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7207f724b74a62" /><Relationship Type="http://schemas.openxmlformats.org/officeDocument/2006/relationships/notesMaster" Target="/ppt/notesMasters/notesMaster1.xml" Id="R4d28b59c4bc649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5b7337b8d42e1" /><Relationship Type="http://schemas.openxmlformats.org/officeDocument/2006/relationships/notesMaster" Target="/ppt/notesMasters/notesMaster1.xml" Id="Rd9629f9a108240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ef555291e44fc" /><Relationship Type="http://schemas.openxmlformats.org/officeDocument/2006/relationships/notesMaster" Target="/ppt/notesMasters/notesMaster1.xml" Id="R821857bfde7644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14e2d69d154523" /><Relationship Type="http://schemas.openxmlformats.org/officeDocument/2006/relationships/notesMaster" Target="/ppt/notesMasters/notesMaster1.xml" Id="R43e3590fcfc54b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d73e80f6d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50304b2a04b3d" /><Relationship Type="http://schemas.openxmlformats.org/officeDocument/2006/relationships/slideLayout" Target="/ppt/slideLayouts/slideLayout1.xml" Id="Rfb2113da140c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113da140c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91dbe4e54ca9" /><Relationship Type="http://schemas.openxmlformats.org/officeDocument/2006/relationships/notesSlide" Target="/ppt/notesSlides/notesSlide1.xml" Id="R0729de74aefa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46c13490418a" /><Relationship Type="http://schemas.openxmlformats.org/officeDocument/2006/relationships/notesSlide" Target="/ppt/notesSlides/notesSlide2.xml" Id="Rd57fc87ef1aa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57a12fae040f8" /><Relationship Type="http://schemas.openxmlformats.org/officeDocument/2006/relationships/notesSlide" Target="/ppt/notesSlides/notesSlide3.xml" Id="R2be3a72751b143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f8e5cb5284f72" /><Relationship Type="http://schemas.openxmlformats.org/officeDocument/2006/relationships/notesSlide" Target="/ppt/notesSlides/notesSlide4.xml" Id="R57ec98064d0f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74edd04cf4eda" /><Relationship Type="http://schemas.openxmlformats.org/officeDocument/2006/relationships/notesSlide" Target="/ppt/notesSlides/notesSlide5.xml" Id="Rffce5837307c4b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b52fb61b54c8c" /><Relationship Type="http://schemas.openxmlformats.org/officeDocument/2006/relationships/notesSlide" Target="/ppt/notesSlides/notesSlide6.xml" Id="R616a2d3e2aee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848d32e4e4d1a" /><Relationship Type="http://schemas.openxmlformats.org/officeDocument/2006/relationships/notesSlide" Target="/ppt/notesSlides/notesSlide7.xml" Id="Ra72bafbcadaf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1ABC3-C896-400E-B80C-F654A32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2"/>
                </a:solidFill>
              </a:defRPr>
            </a:pPr>
            <a:r>
              <a:rPr sz="4350" b="1">
                <a:solidFill>
                  <a:srgbClr val="222222"/>
                </a:solidFill>
              </a:rPr>
              <a:t>只看 first-half 205 时期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9F966-EAC0-4B31-8980-4BEBAE6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训练/验证来自前 205 题，测试固定为后 205 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1AE9E-AC54-442E-B2A6-F392F97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D2B27-558E-40FE-A432-C9BB5B57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8768B-D5C7-46AB-B918-58E03F6E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总题数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4FE62-F689-4619-9208-E9C7A03E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901EB-7AF3-4884-A135-03F95E8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前 205 + 后 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C1E71-5759-4826-896F-D6AA6D5E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E52BD-0F5E-4BA1-BF90-DA0434F3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训练候选池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CD910-091F-48AB-9EED-46E3B179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ADC60-D410-4500-BFB1-6496F65C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只从 first half 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6791C-04CB-46EE-A652-B6BF76D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CD47D-B702-48B3-BBD3-3007B758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固定测试集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0538F-80A7-4D9D-A701-7961A6F0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265C4-0FDD-4941-BE2A-79AA9BC2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second half 不变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9AA87-D3D9-46CD-B4D5-8C5D76F7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6B678-D361-4407-8B94-1137254F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size sweep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AF254-3295-46CA-B305-11F18450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25-200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85DF1-C324-4841-9B7E-1D4BF535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每个 size 内 80/20 切 train/val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C6682-20B2-452F-B33D-2C31A6AD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</a:defRPr>
            </a:pPr>
            <a:r>
              <a:rPr sz="1725" b="1">
                <a:solidFill>
                  <a:srgbClr val="222222"/>
                </a:solidFill>
              </a:rPr>
              <a:t>这版只讲这个阶段：hybrid_half1_trainval size sweep、random control、size=50 ablation，以及对应的 205 题 testdata 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151D8-4453-44EE-9E0C-A437EC76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来源：routing_split_half1_*.json、gepa_router_prompt_result_hybrid_half1_*.json、routing_cost_comparison_testdata_hybrid_half1_*.csv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AEF70-C433-42A4-AC4F-AB7C21D6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4231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CEFAE-F562-4A6F-B234-BD0A161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F2865-8DFF-48B2-B1AC-9D772D04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固定测试集的结构说明了为什么路由有空间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90136-3A2C-4D40-B263-D00C5F7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3FB4D-0C8D-4422-87E9-E78FBA11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CF632-F09E-49DB-998D-56D5C6C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mini_only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06A25-B174-4088-97B4-A9552187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34B0B-3CA8-4D51-8C8C-32BB218A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12.7%；必须升 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AC873-DF13-4B49-8AED-2F4413C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2DEE4-7684-4979-B019-84201E4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both_correct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417E0-C939-48A1-8EDE-6432A3E7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C324B-D307-474C-8DEA-F03B6633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67.8%；理论上可走 nano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05B7F-E29B-4523-917D-B8292D9C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B9C2B-F5CE-4991-BF12-BA229652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both_wrong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1B20-5AE1-4D51-98C8-50546712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7C820-63B5-4B49-B658-5AEE3A54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16.1%；选谁都错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10353-201D-4C5C-A5FD-19ECD15F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6F7A2-476F-41F0-8F2D-0D9F849D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D85A1-8035-4BA6-A55D-AA553368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115DC-54CA-4FFB-A859-5AFBFCB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AAB83-D84B-4311-B522-0DB6BE01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05A13-2276-4ED9-AE01-428CFE5A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E6CB3-13CD-4118-A4EE-3E68B06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8ECCC-8FE2-4D92-A924-B8C4FE90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成本/千题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C0D41-7E7D-4223-801F-3E447994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节省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47086-5C69-415C-A437-135DB793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路由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F07A0-CD99-430E-8D2B-273284E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含义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9CDB2-182F-42E9-B4AE-CBC71274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181C8C-3733-4902-BD7F-8A182A9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94D490-77BD-4F80-8EDF-72969C8C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133DD-1374-4F4A-B74F-5ED823FE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D1DAF-2E72-48BE-833D-97C36A1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35978D-59F6-4404-A6B4-DE93ED3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B1DDA-304A-4F20-BB16-F8E4178F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准确率基线。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420A13-C90A-4FE1-9691-92E89E83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211F46-6472-4624-B8E1-309DF4C6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C59674-E4C6-4A2B-96DD-7016B23E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4C2505-A0BD-402E-9F6E-5122C7D3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F50F00-BA1E-45DC-9465-7B0C637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AA088-A00A-4A2A-B965-72AA7FB7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9DB4DB-B8A2-4BFE-A971-E67C306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省钱但丢 9.3pp。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738F0-C641-46AD-BAE4-565206A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6F5787-5459-4922-BA6F-670B293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0B56D0-7B54-4D2E-B89C-6BD69478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3A7073-E610-45F1-9CD4-B917239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82834-7C98-4279-B459-5FE76018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9F8248-BB4A-46BB-858D-858AF74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41A48B-3599-408C-A071-35E322D8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理论上 both_correct 很多，空间很大。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88AFC3-CF19-4BEC-9BDE-9247A4C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固定 test 205 outcome：mini_only 26、nano_only 7、both_correct 139、both_wrong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DFA353-432A-471F-85DF-A5D464A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9470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8F5783-636A-4EFA-868C-B7117CB2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不同 size 的数据比例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771C7-2859-403A-8E31-8ACA6405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size 越大，样本越接近自然分布，critical 比例被稀释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CDB90-DA87-4D92-AE10-F6E29276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EC317-7269-4DBD-8EC6-D77E43CE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B1B0-BCEB-4537-9611-0E611D3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 对 / nano 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58A07-7C1B-439E-96CF-C96B197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F76EE-161F-4489-BBB1-909210A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 对 / mini 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E07E1-D8B3-4916-8A15-9FA26CB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8B49A-E299-4473-9D32-C1C46E2F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都对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A1BA5-8AA5-4FC6-8E20-82F51680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44982-453F-4CF8-8DA0-6BE0B4C3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都错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2B73A-25F2-4526-8252-435D6961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CF033-28B2-400E-B10F-BB8F6248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41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290CE-FF65-4DF9-B7D6-3FBC193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435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1D9AB-6C51-406F-95D4-A3019393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740" y="2095500"/>
            <a:ext cx="1394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EA8B9-EA7E-4508-A1A4-0F8ECD63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315" y="2143125"/>
            <a:ext cx="13373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CEED9-5C20-49E1-917D-359019EF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20/5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8FC17-729E-45DF-BF67-B94837F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19/0/6/0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6AEE5-D380-43DB-A5AC-A52D4CDE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24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76.0% critical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0E5D7-B86A-4FE2-8E73-745ED28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04955-823F-48F8-9E2F-0D01A6AA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207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B6A27-CDA3-48B7-9DC8-C0E392C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57475"/>
            <a:ext cx="215074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BD264-A46B-475B-BDA9-EEB09CA2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845" y="26098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382F6-9C5E-47C4-A77A-D3CB78EE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C2E46-5FF1-4492-A73E-4437435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74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C9A53-449E-4E2F-95E4-B2D9BEC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87DF3-017C-44F1-8523-99E9F11D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57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423EC-410C-4510-978F-3EDAA4D0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40/10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AD362-532B-4673-84FA-0EDA6E8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19/1/20/10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11C8C-E0FF-412B-9118-A1AEC786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38.0% critical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ED60F-2853-4175-99AB-B0FE87D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C191B-A5C7-4686-A238-073E6C73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47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B9BF2A-BDAC-4C58-AEC4-9B38CC4F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14147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8D235-24E6-4E49-9BA0-30E82A30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80" y="3124200"/>
            <a:ext cx="774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0205E1-13F1-43C8-860C-99C3250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50" y="3124200"/>
            <a:ext cx="33312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A8AE8-ABA2-48D5-B745-0FD497D6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171825"/>
            <a:ext cx="32740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57%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24AB2-BE35-4CBC-83FA-3ACEF356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12420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E0329-FCD2-4C7C-B388-674A581F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317182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8025E7-AD35-4F02-AC41-D0D0AD4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52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60/15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B01DE9-21BC-4C3F-A4AB-598AB57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52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19/1/43/12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08FE6F-9621-477C-936A-EA6E09F2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52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25.3% critical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8DB6B2-218B-49F1-A84C-60700BDE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EB9947-9070-4917-AC3D-FDBB2EB9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1039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CC65FF-702A-4DC1-9403-B33F52D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86175"/>
            <a:ext cx="10467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49791E-6013-4030-ADB0-E2EB4327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36385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8CFEEC-4A2A-43FC-8C71-1342F7E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103" y="3638550"/>
            <a:ext cx="3602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3C8F4E-560A-4AC9-99B6-2704746E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8" y="3686175"/>
            <a:ext cx="35452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FEC0AD-1D7A-47EC-83AC-3C72C37D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458" y="3638550"/>
            <a:ext cx="9877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D3C632-5B98-46A0-9FE8-26329332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33" y="3686175"/>
            <a:ext cx="93059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01C195-23BA-45E4-A6DF-4A76613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67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80/20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D14DA5-4108-4660-8E3D-E220E8A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19/2/62/17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9D3392-7AED-4A27-BA97-ED36630D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67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19.0% critical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7B3072-1C13-46DB-9C27-DC9B4C1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69F5C2-3EB0-4C20-BAEF-45B3504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8831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2D2C57-E03E-4954-82F6-2F9F68AC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00525"/>
            <a:ext cx="8260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ECDDF9-D9BE-4523-A8AB-B211EF6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108" y="4152900"/>
            <a:ext cx="13944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F9957E-25F9-4E47-A45B-69297C70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54" y="4152900"/>
            <a:ext cx="37185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ED1210-8F90-42E7-9087-E996079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29" y="4200525"/>
            <a:ext cx="36614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78EF23-7E47-41C0-88F4-A85BAAB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114" y="4152900"/>
            <a:ext cx="10690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B72B57-928C-4DE4-9155-A41714D5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89" y="4200525"/>
            <a:ext cx="101193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3635D9-5B06-459E-A594-FA016AF2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100/25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20835B-34F2-44C7-AD05-41101D5E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81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19/3/80/23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9CF937-38AA-408C-86DF-C98AEDD7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81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15.2% critical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47B045-6C5F-4BFB-9305-6A17A966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38F0A3-0048-4E52-A755-075C267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735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8481A3-6C04-4AB8-9397-45DF718C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14875"/>
            <a:ext cx="67881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7E0B0D-63B1-48B2-B2F7-20C8672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15" y="4667250"/>
            <a:ext cx="2324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49726CB-4772-41F1-866A-9A22284C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25" y="4667250"/>
            <a:ext cx="39122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0BE86E-3E29-4E27-B665-38A79889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4714875"/>
            <a:ext cx="385508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9C133B-E628-4CAD-98AA-5D62AF2A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466725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690491-65D2-4D58-B8A3-9C14AB57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471487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A2C3F6-268D-4FFB-87EB-CCD3B424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120/30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ECFFC7-4661-43EB-B300-26B7E4E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19/6/101/24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BBB050-BFE0-4432-A28D-8ADADAE0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95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12.7% critical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BBEB3C-C2A9-4EE6-9C37-816BC3B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384EDB-91B2-46E1-9188-7AB65A9B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55197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CFEEDE-696C-45A5-ABB4-CA6F7391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29225"/>
            <a:ext cx="4948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E1257E-CEEF-4E46-AC37-110AE04D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24" y="5181600"/>
            <a:ext cx="2614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863D3E-D868-447D-9BAE-19B46F1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5181600"/>
            <a:ext cx="412527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8C9253B-3ACB-4226-A363-6E964C5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29225"/>
            <a:ext cx="406812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2A8DA9-E8DD-4E34-950E-F40C3F38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5181600"/>
            <a:ext cx="8715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192F09-C1FB-40D0-A4D3-FB977867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5229225"/>
            <a:ext cx="8143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7AAD78-4697-48F4-94EE-9CDF4BF0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01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160/40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D3476F-0558-4C47-B625-BEFF4F42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0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8AB4B5-F3C1-4A0C-A908-6850E0FF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101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9.5% critical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48EB13-FCCB-43EA-82F0-ED0BB05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关键变化：mini_only 数量一直是 19，但 size 从 25 增到 200 后，占比从 76.0% 降到 9.5%；both_correct 从 24.0% 升到 71.0%。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21F0D6-591F-4898-9850-EDE3DC0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格式：mini_only / nano_only / both_correct / both_wrong；来源为 selected_outcome_counts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F0116B-AD2B-44BD-8072-CC02E969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0731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B432C-3D47-4CB7-8AD7-EA3334EE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size sweep 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E1299-EBCA-4EEF-B8EF-E212270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比例变化直接影响测试表现：大 size 变得更省钱，也更容易掉准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AC790-3E60-4E08-A871-C4A6583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37393-5944-4AD2-92EC-BE6FF0BB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7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08754-908D-4085-B3D8-AB98CAFF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19DC8-30E6-4764-B32B-FD3C68E3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数据比例 M/N/B/W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D0B6D-7E26-4D21-BBD5-5B34D92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5737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1653B-0F59-4E64-9D1B-A01F8F25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节省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07721-1286-480D-88F5-3CC2BE65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3001F-B873-495D-9D8B-B13F84C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读法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678B1-DC0D-4B77-8DFD-60CDF8FA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B85A6-FFBC-419E-BDEA-7E843824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D8D24-A805-4EE7-B709-9F1AA9FD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44ADB-4FF7-4B35-AFFE-F0DB5BC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479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82AF4-35DC-458B-9C47-9F725F71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2F76D-586F-4498-837B-D3735DB1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F3700-C58D-432E-AE82-2CDA44D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479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处在保准和省钱之间。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6077C-D4D5-4C44-B20F-198FD8EF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43680-373C-40FA-93FE-248B034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D612A-82EB-4495-ACBC-9306E98A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1BF83-B4C5-4E30-AB99-BADC32D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860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27E6E-43CF-4EB4-955D-11890BED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53E49-63D1-4A70-B31B-59D2C13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DEC60-40C7-4C67-9C7E-80547DC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86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最好保准点：80.0%，但只省 12.6%。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417AD-7BA4-41D3-83DE-36A88D4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AC8BD-0A37-4D7A-B5C8-FEC7DF31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C0AE7-2358-44B5-9E24-A4E8752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14CA7-184B-45B4-B0B1-071E5E7A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242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7ABA5-9DDD-4408-9388-7C141875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2EA4A-9FD6-44F2-BA4A-AAF221E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F9277-DFD4-49C8-84A6-D04471D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处在保准和省钱之间。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D3282-F02A-4983-8DFC-1C64546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57645-A059-4608-BA16-B60B2AA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4F2A5-CE8F-4562-824A-D03E1A7B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229EEC-17AE-4829-8206-341AAB3C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623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A22CB2-5851-4D70-AD30-1BF90338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5A3C09-131C-44C3-9086-A61B35A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06978-915F-4A07-AB3A-3301157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623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处在保准和省钱之间。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4CD90-EEEC-4AB6-9F62-002746F1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675C6E-7516-432C-9774-ADDCBF4F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56AF15-3079-4571-A6A7-EE603D6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312E15-8D77-4BD7-9E4F-BCFADDE9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005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8D1C7-5916-4752-9422-1C213F8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81B4DA-636B-403C-9AD2-86C3A2F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5D62F9-D5ED-44FB-8DEB-8C3F4EE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both_correct 占比高，学成 nano-heavy。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6C7786-8311-4870-B472-722D15F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AE43B6-8D10-48A9-B0C9-60EF815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F2BF5C-ABD8-4900-AAEA-0273A7BD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E47699-94F7-4243-80BD-5E28F24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386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6A4F63-815D-4011-9AFE-27C62308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386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AE384F-F716-4C5F-8C21-3A3699A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20BD65-6487-46C2-A8EC-08413A79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38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both_correct 占比高，学成 nano-heavy。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9110E0-10FD-4C8F-9617-A2146775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DA3D4A-E4B9-46A6-A097-A2828601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15469D-9051-49F7-84C8-C57605C5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012F4D-A58C-4447-ABCB-487A2064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768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225EEC-0618-4479-83BE-B58E41E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09282D-ECD1-4F7E-8819-AC947E94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A4DC2A-5509-43E1-B00B-2ED1FF4A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768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both_correct 占比高，学成 nano-heavy。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27BE55-30D4-4909-A3CF-B404BF75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B5F52B-280F-4892-8BA3-6C74D18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861C0E-0DB1-4FAA-B6EC-CCAF449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185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E23879-214D-41CB-8400-7EEF5D0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615E2F-32E2-4CE2-8CE2-B6EEC519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56471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FE063F-6AA0-4C36-9313-ECF24F5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526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78.5%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064FF8-8820-4028-9178-B3A0CC9B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18.6%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261F6E-AF60-45A2-845D-29ABD62E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F4B85F-5887-402D-947B-E8A85F1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397C4D1-6AD3-4AB7-80EF-8866D53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15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D54EEF-2C8B-49CF-AD14-BCA27F7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36FC5F-CFB9-4E77-8DEB-6B09D190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8254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863B5A-77A7-43DF-B9EC-5D987FB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D9365C-612D-4AAD-80E9-6842B93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C90AEF-0E67-4416-B59B-7E93AD0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AEA27C-0698-4226-8C48-797BC5C5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67AB323-8DC2-4DE0-984F-977D7AD2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0942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C37D35-E5A3-4605-BC73-B74095E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8F269A-07B8-4096-9ED2-1110ACEA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947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A09DDC-A9BC-41C9-BFB5-D4E1DB1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527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77.6%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74D17C8-919F-4E20-8836-42031E54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95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31.2%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91B6BEF-0774-4B40-A37B-04D87993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6C5258-7D75-44A8-8654-2BC020C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101F14-8E48-4FB2-82E7-1CBFBD49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0537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129A763-4AE6-4457-8E95-97340C3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957CA0-338F-4547-AD55-2A77F45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131766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4AF595-F4E1-4037-B48B-9AD5A27B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527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76.1%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953F03-5F34-46DE-B490-08444A29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956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43.4%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423A75-C717-4456-8E05-7192A798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3153298-0C26-4536-ACB0-EE2C408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B65855D-F29B-4008-80E3-AEA31582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79B858-77D8-4D8C-AF58-20C81964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45FE13-1440-4AD1-AB1B-C8145C9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0493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D03783-352D-48F0-A4AB-2D7E120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528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EC3B97-B390-4EB4-8BFF-FC26FDE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67.5%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93B9B2-3C9B-40AA-8236-C6C01F3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B064EC-BF58-4060-871B-5921E84D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E940DE-E0B8-4716-9DA3-FCE878B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79255D-E615-4FC6-9E17-CE3E2AA1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30CF9D3-0383-48E6-89E4-4F80A7C8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C863373-1B64-4846-BB77-D9BC6988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4F3ED14-6297-494E-BC2B-F4ACF93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FAF107C-8BCD-42B5-8425-D2541C2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B1D86A-9AF5-429E-916B-5D83730E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B7A10F-8E0A-4716-9305-E2F14969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5FCE04-4865-4C0D-A025-021AFF10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ABC300-DC94-414B-8500-11FA46A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6EF6F5-9494-438B-80EE-4AC90D4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52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CE49582-09A6-4C75-B71E-EE91DC2A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97C7A06-C2C7-4269-8291-B728EB3F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045A11-2A63-499F-88FB-5E391FC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44A0EB-249B-449D-864E-2B7728CB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F693C5D-DDDC-45FD-B412-359EC72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43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成本节省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DD0009B-9E85-45B1-B843-9CCFE606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测试集固定为 second half 205；结果来自 routing_cost_comparison_testdata_hybrid_half1_trainval*_openai.csv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701C90-35F9-4775-AB29-DE9D2E5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2533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D2663-1C80-4114-B2F4-8B579691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6C602-8139-4818-9837-D5BE80FB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随机对照说明：自然比例本身会强烈推向 nano-heavy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95B84-F36E-4274-93E1-B6F99002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4C677-E4BD-4518-AC54-5080148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4621C-2E66-4288-B4F3-DFDCF648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 对 / nano 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D3B5D-0E91-4B8B-8B1B-CC46B265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522D9-ABC3-42BA-87F2-D5A9780A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 对 / mini 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86B4B-2920-418E-8D06-61A5F63A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C6CDA-FBE8-4BD9-B341-FCBBA4B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都对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E38C2-477A-488D-9304-F2B6727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4095C-6B09-4064-912D-E6CD2058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38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都错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4CD99-60A7-470E-90D1-CBAF5789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A2E7F-C0D1-4459-B1A2-041AA8E3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2F144-B48E-47AD-B39E-B6F6D20A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AABA2-BBD8-4124-96C1-DE98CC87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0BC85-F7D6-4469-9519-6C4D024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EDE84-AB8C-4D96-BE11-BF720FE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A4C8C-BB91-4F74-9F95-416176C2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26BC6-46BA-4C44-8442-BAED5E10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0475C-E468-4D30-AF64-3D6C1DD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8DA10-11FF-45BB-92AE-80EB9EDF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16917-CCA0-48B2-A109-321C2EEC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61BCA-1C82-4817-8E97-D721F50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839F7-CCC6-43F8-A3A4-AAA5B4F7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A2CE4-35CB-4058-A4C5-9DB53C9C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64B425-B2D6-44C1-B514-9DE2F2D0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A66B8-7CA8-4D39-9970-A7B5215F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065B7-2304-4050-ADD2-CAD8C3B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C2BA2-42A2-41FC-843E-EF1FE2F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6E59F-7125-4C9C-8093-AE3C5EC6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C62A9-1C7F-4DFA-87B4-2978472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B2ACE-8B1A-4793-9006-DBEEB1CD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D6F9E-0E97-4B54-B24B-26AFD322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E8E9B-4727-41D0-9F11-65EED0EF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6F6C7-6824-4320-B5A6-ADF5C88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D363C4-43DB-4AFD-AC37-08EE6C31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D76D27-C327-49E1-93FE-3BEBF4FE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A4EA69-24ED-4EF2-A550-7F93454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061F56-29C3-4770-B31A-336C5AAB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FBC888-FF03-42EB-84ED-4F7B345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E59824-8A19-4C9F-B216-2AFFA10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DCE86-37C2-4DA2-8DF4-6A1B1AF3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DA948C-7C91-42D8-9D49-8B60C72D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5A5A4-71E3-4478-B397-E8E0AEA8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2B908F-2A39-4E6E-A2A2-84EC8D9C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8D99B0-3064-4958-BD19-FD39FB70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2BE445-A9F6-40BD-9978-AA68F95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33B107-C655-432A-AD62-F6AF8099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2879A8-ED03-41DF-83DB-4BF7843A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73DD1A-3EEE-4806-B164-D21D585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3BEA13-7BB5-42D0-8696-A430D132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3D772F-DEFC-45A7-AB67-BC20EDF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76C952-D59A-4A18-B964-D0AA3B2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A55F5D-2D96-4504-8A86-4BBADEA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FBEA6F-0F25-451B-9891-27B32FCB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D24A00-8F58-4BD1-B2A5-3E03E8D8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对照组 50 题只有 12% mini_only、74% both_correct，所以 router 很自然会学到“多走 nano”。这解释了为什么有 critical oversampling 的 size=50 反而更保准。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EDD84D-0E6D-432E-AEA4-AD6112C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random_control split 与结果：routing_split_half1_random_control_trainval*.json、routing_cost_comparison_testdata_hybrid_half1_random_control_trainval*.csv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07E5C4-78E5-44DD-845B-293B89D5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5426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692F4-41BA-4725-8612-D0F0C1F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F03D7-BCF1-464E-8C77-8F8416D6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size=50 ablation 主要是在改变四类样本的风险姿态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D4476-73F2-45C9-864A-F2CD85A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0A47F-B80A-4C5D-8BFF-4444EC42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EECB9-2CB1-46C1-95A6-1634EDC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训练构成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A26EF-7C73-440B-BF14-6690FA62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数量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B6143-485C-426F-AD28-69E4A82D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54166-4EE6-4A77-B13E-57CAE25F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E52BA-4936-4683-9279-1B7297B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节省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75BE4-DB8A-49F0-8E06-551D6225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9A62A-EC5F-41DE-937C-62B3255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982E9-31A6-4E57-A450-2F09E9C3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7A514-03B1-4203-871C-4DE97AB1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64409-1392-4E09-B892-EF58866A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4766B-41EA-43AA-99FF-5E5EB37C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502F0-4B79-4C5B-B073-B99DE7A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20867-3F53-446D-AF17-AE3F2D3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7CDEE-836A-4BDB-B8DF-3B82A8FB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1862A-1F38-4785-B312-6FA0F853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最平衡，79.0% / 24.3%。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D181D-4096-4A2D-BAD9-3F346267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C6FBF-07B8-4324-AF25-DF7EE24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both_correct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3A1C9-B61E-4391-99BF-18E2D8DD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D6CC7-8B03-442A-88C5-1C08C30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D8A55-D95B-4B28-A150-185F0F55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34254-0BE9-41BE-B994-3D4FB274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3BC52-F89C-4EAA-921E-F60354B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C9917-3642-454F-95F8-693F2F4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改变风险姿态，不是单纯提升。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26C78-BDE9-4EA3-B1B5-BBF4FD3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7DFBB-BA8F-4603-A3A6-EB02885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both_wrong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9AE8C-99AC-4F61-9795-1406296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6E12DA-4B75-4A5D-AC51-7FA33865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18EBA-4AF3-4024-B185-F02ECDC8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31E3A4-9A9B-4374-992E-20AD2461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5929D-19FC-4600-9CEB-EA6193F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F80BFA-860E-4BAB-84BA-3FC9C700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更保守，但成本收益有限。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FD0BF9-C3B7-4FBF-8937-C63D0D8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84EA18-2072-43FA-AAE9-28B8DE3B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both_correct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70E73C-BC4D-4024-8419-639D82C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BB9604-2544-4B3A-8A94-3C1DFD8A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94F955-EA75-4372-87CC-4B037B48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0CAC94-03C6-4E9E-A633-9A54BEB4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2290C9-4DAE-4020-B80C-5FAD4E5A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FB8251-9B8F-498E-84DA-E934EB7A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过多 both_correct 会明显推向 nano。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F7E36C-761D-4BC2-9823-1D7AE78E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B79038-ABF3-4811-8A57-CB80F55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both_wrong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828735-78FB-48C0-83C9-B1A0C8FA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ABE2BC-4382-4440-943E-03933CF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3613CC-2B3E-462B-8FAF-FDE69784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25E896-91E5-4A34-8E92-08509FD4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7011F3-6874-4C68-B788-3AFCA11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59000C-2E6A-4ABE-B4DA-E453A253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改变风险姿态，不是单纯提升。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BDCE4A-F1CF-4427-B7BF-B332603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mini_only / nano_only / both_correct / both_wrong。这里的 takeaway 是：样本比例比反思模型细节更决定路由倾向。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934C1B-E908-4773-8E98-F13F745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来源：gepa_router_prompt_result_hybrid_half1_ablation50_*.json 与对应 testdata CSV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E243E7-F839-40E6-8CFA-A48197FD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40167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F6C431-FAD3-4166-9753-FDA397A4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25175-FB76-4C87-984D-4B8AEEB8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这批 205/205 实验的复盘结论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B5198-09E9-4518-8840-D3C64D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AEB51-E539-4592-B438-0191D7F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FDBFB-E4F0-4D40-B3A6-43DD5C28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4C60B-7F47-4213-97E9-F455F52E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数据证据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F3C1E-33AC-47F8-B5A5-C18D0B75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B2B66-40EF-47A2-9548-D2FB7F4E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9B80A-64C3-4475-A19B-DCBDC39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size=50 是这一阶段最保准的点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24F0B-5153-41A1-A7E5-A6A1D751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80.0% accuracy，12.6% saving，45/160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16394-7FE0-47AC-A60F-8673B424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critical 比例够高，router 不会太快塌向 nano。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59273-019D-4D53-B091-56D3018F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9E1E8-2C9E-43FF-A8E4-C6AECBD3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变大不是稳定变好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D2B4F-C257-4765-BD4E-67D362F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125/150/200 都是 72.2%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DABCA-91AD-457F-BF2E-A1302AD1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both_correct 占比升到 64-71%，训练信号更省钱但风险更大。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C0EE7-53FE-4717-AB63-5BB6A6CF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A2CD5-9801-48AD-AA8A-7F965E8D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control 解释了分布效应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B5A3F-01C5-4494-B0F9-86E65C5B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random50 是 74% both_correct，只 12% mini_only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7ED5E-F30E-43AC-9363-846BE2E2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自然采样更像“省钱训练集”，不适合保准目标。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5EAAC-4B86-45F0-9A7E-57C0FB53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D1E25-1072-44C4-865E-7609D743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ablation 证明要主动配比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D9701-FB4E-4769-8AF3-9606DFFD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balancedish50：26/18/28/28%，79.0% / 24.3%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86413-5D1C-4F95-B1D9-244E409F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下一步应先定 M/N/B/W 配比，再跑 optimizer。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13582-E28B-4396-9972-91C89E8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建议下一轮：固定 test 205 不变，围绕 M/N/B/W 配比做小网格；主指标同时看准确率、成本节省和 critical misroute。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DE71F-8604-44C1-BCF7-8739B5BC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只覆盖 first-half 205 train/val -&gt; second-half 205 test 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1C153-C235-46A1-A055-81A2668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5559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2026-07-08T21:25:40.1000000Z</dcterms:created>
  <dcterms:modified xsi:type="dcterms:W3CDTF">2026-07-08T21:25:40.1000000Z</dcterms:modified>
</coreProperties>
</file>