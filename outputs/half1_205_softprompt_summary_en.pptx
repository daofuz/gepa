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06d63b919748af" /><Relationship Type="http://schemas.openxmlformats.org/officeDocument/2006/relationships/extended-properties" Target="/docProps/app.xml" Id="R862e084c61b54c86" /><Relationship Type="http://schemas.openxmlformats.org/officeDocument/2006/relationships/officeDocument" Target="/ppt/presentation.xml" Id="R5439198ca0124a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f76671ad834aa7"/>
  </p:sldMasterIdLst>
  <p:notesMasterIdLst>
    <p:notesMasterId xmlns:r="http://schemas.openxmlformats.org/officeDocument/2006/relationships" r:id="R43a89d0e67fd4231"/>
  </p:notesMasterIdLst>
  <p:sldIdLst>
    <p:sldId xmlns:r="http://schemas.openxmlformats.org/officeDocument/2006/relationships" id="256" r:id="Rbc79bd069152451b"/>
    <p:sldId xmlns:r="http://schemas.openxmlformats.org/officeDocument/2006/relationships" id="257" r:id="R1b96ddedace7457d"/>
    <p:sldId xmlns:r="http://schemas.openxmlformats.org/officeDocument/2006/relationships" id="258" r:id="R61d5e3ee225043a8"/>
    <p:sldId xmlns:r="http://schemas.openxmlformats.org/officeDocument/2006/relationships" id="259" r:id="R9e4cdc4141794494"/>
    <p:sldId xmlns:r="http://schemas.openxmlformats.org/officeDocument/2006/relationships" id="260" r:id="Rcfc44928543048bf"/>
    <p:sldId xmlns:r="http://schemas.openxmlformats.org/officeDocument/2006/relationships" id="261" r:id="R8f4b84041fc748d4"/>
    <p:sldId xmlns:r="http://schemas.openxmlformats.org/officeDocument/2006/relationships" id="262" r:id="R4cc9d4a4cb864e24"/>
    <p:sldId xmlns:r="http://schemas.openxmlformats.org/officeDocument/2006/relationships" id="263" r:id="R1fa670e37dd1448c"/>
    <p:sldId xmlns:r="http://schemas.openxmlformats.org/officeDocument/2006/relationships" id="264" r:id="R592fc6545ab24946"/>
    <p:sldId xmlns:r="http://schemas.openxmlformats.org/officeDocument/2006/relationships" id="265" r:id="Ra19ccd54d4514984"/>
    <p:sldId xmlns:r="http://schemas.openxmlformats.org/officeDocument/2006/relationships" id="266" r:id="R374e17341a8c40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942245f70c4809" /><Relationship Type="http://schemas.openxmlformats.org/officeDocument/2006/relationships/slideMaster" Target="/ppt/slideMasters/slideMaster1.xml" Id="Re2f76671ad834aa7" /><Relationship Type="http://schemas.openxmlformats.org/officeDocument/2006/relationships/notesMaster" Target="/ppt/notesMasters/notesMaster1.xml" Id="R43a89d0e67fd4231" /><Relationship Type="http://schemas.openxmlformats.org/officeDocument/2006/relationships/presProps" Target="/ppt/presProps.xml" Id="Rd4cb9c398b454175" /><Relationship Type="http://schemas.openxmlformats.org/officeDocument/2006/relationships/tableStyles" Target="/ppt/tableStyles.xml" Id="R305ff282bbbe4a63" /><Relationship Type="http://schemas.openxmlformats.org/officeDocument/2006/relationships/slide" Target="/ppt/slides/slide1.xml" Id="Rbc79bd069152451b" /><Relationship Type="http://schemas.openxmlformats.org/officeDocument/2006/relationships/slide" Target="/ppt/slides/slide2.xml" Id="R1b96ddedace7457d" /><Relationship Type="http://schemas.openxmlformats.org/officeDocument/2006/relationships/slide" Target="/ppt/slides/slide3.xml" Id="R61d5e3ee225043a8" /><Relationship Type="http://schemas.openxmlformats.org/officeDocument/2006/relationships/slide" Target="/ppt/slides/slide4.xml" Id="R9e4cdc4141794494" /><Relationship Type="http://schemas.openxmlformats.org/officeDocument/2006/relationships/slide" Target="/ppt/slides/slide5.xml" Id="Rcfc44928543048bf" /><Relationship Type="http://schemas.openxmlformats.org/officeDocument/2006/relationships/slide" Target="/ppt/slides/slide6.xml" Id="R8f4b84041fc748d4" /><Relationship Type="http://schemas.openxmlformats.org/officeDocument/2006/relationships/slide" Target="/ppt/slides/slide7.xml" Id="R4cc9d4a4cb864e24" /><Relationship Type="http://schemas.openxmlformats.org/officeDocument/2006/relationships/slide" Target="/ppt/slides/slide8.xml" Id="R1fa670e37dd1448c" /><Relationship Type="http://schemas.openxmlformats.org/officeDocument/2006/relationships/slide" Target="/ppt/slides/slide9.xml" Id="R592fc6545ab24946" /><Relationship Type="http://schemas.openxmlformats.org/officeDocument/2006/relationships/slide" Target="/ppt/slides/slide10.xml" Id="Ra19ccd54d4514984" /><Relationship Type="http://schemas.openxmlformats.org/officeDocument/2006/relationships/slide" Target="/ppt/slides/slide11.xml" Id="R374e17341a8c40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93ea3cbb9a49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6af56c49cf4ec7" /><Relationship Type="http://schemas.openxmlformats.org/officeDocument/2006/relationships/notesMaster" Target="/ppt/notesMasters/notesMaster1.xml" Id="Ra7225a087cdd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deeb85b1d6497e" /><Relationship Type="http://schemas.openxmlformats.org/officeDocument/2006/relationships/notesMaster" Target="/ppt/notesMasters/notesMaster1.xml" Id="Rb1cab3c26e2547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630fb9b7e4242" /><Relationship Type="http://schemas.openxmlformats.org/officeDocument/2006/relationships/notesMaster" Target="/ppt/notesMasters/notesMaster1.xml" Id="R8391c2ce56254c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c0d849df70431c" /><Relationship Type="http://schemas.openxmlformats.org/officeDocument/2006/relationships/notesMaster" Target="/ppt/notesMasters/notesMaster1.xml" Id="R45deaab3d71b4a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00e27f03a94c2b" /><Relationship Type="http://schemas.openxmlformats.org/officeDocument/2006/relationships/notesMaster" Target="/ppt/notesMasters/notesMaster1.xml" Id="Rd0671bc3e61543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6f4a8053794247" /><Relationship Type="http://schemas.openxmlformats.org/officeDocument/2006/relationships/notesMaster" Target="/ppt/notesMasters/notesMaster1.xml" Id="R28d507ccaf614f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76456f53f74b35" /><Relationship Type="http://schemas.openxmlformats.org/officeDocument/2006/relationships/notesMaster" Target="/ppt/notesMasters/notesMaster1.xml" Id="R4a426cfaf26349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cbb298583142e0" /><Relationship Type="http://schemas.openxmlformats.org/officeDocument/2006/relationships/notesMaster" Target="/ppt/notesMasters/notesMaster1.xml" Id="R5e1c0d60141a4e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e57e0217af40d8" /><Relationship Type="http://schemas.openxmlformats.org/officeDocument/2006/relationships/notesMaster" Target="/ppt/notesMasters/notesMaster1.xml" Id="Rf8ecd02662f34f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dd1587f9404e1c" /><Relationship Type="http://schemas.openxmlformats.org/officeDocument/2006/relationships/notesMaster" Target="/ppt/notesMasters/notesMaster1.xml" Id="R432313da603a4f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f22a44d18046b8" /><Relationship Type="http://schemas.openxmlformats.org/officeDocument/2006/relationships/notesMaster" Target="/ppt/notesMasters/notesMaster1.xml" Id="R374a19a9ee1449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0eaa9376a947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52caef31394dd7" /><Relationship Type="http://schemas.openxmlformats.org/officeDocument/2006/relationships/slideLayout" Target="/ppt/slideLayouts/slideLayout1.xml" Id="R7183baca3dc245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83baca3dc245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0b69a1f404536" /><Relationship Type="http://schemas.openxmlformats.org/officeDocument/2006/relationships/notesSlide" Target="/ppt/notesSlides/notesSlide1.xml" Id="R2860ee3d3fdb4e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16e832a8742f9" /><Relationship Type="http://schemas.openxmlformats.org/officeDocument/2006/relationships/notesSlide" Target="/ppt/notesSlides/notesSlide2.xml" Id="R2246dbae45e243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f179a076744e8" /><Relationship Type="http://schemas.openxmlformats.org/officeDocument/2006/relationships/notesSlide" Target="/ppt/notesSlides/notesSlide3.xml" Id="R689364f13e0145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8af3a78d0495a" /><Relationship Type="http://schemas.openxmlformats.org/officeDocument/2006/relationships/notesSlide" Target="/ppt/notesSlides/notesSlide4.xml" Id="Rc53f561cd2f946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5dce6ea294266" /><Relationship Type="http://schemas.openxmlformats.org/officeDocument/2006/relationships/notesSlide" Target="/ppt/notesSlides/notesSlide5.xml" Id="R00454f5e497b42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1eac2fe5f44c0" /><Relationship Type="http://schemas.openxmlformats.org/officeDocument/2006/relationships/notesSlide" Target="/ppt/notesSlides/notesSlide6.xml" Id="Rd7954fdbddc64a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1de28256d49a5" /><Relationship Type="http://schemas.openxmlformats.org/officeDocument/2006/relationships/notesSlide" Target="/ppt/notesSlides/notesSlide7.xml" Id="R5f47a49ae81345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8490e73fb4f97" /><Relationship Type="http://schemas.openxmlformats.org/officeDocument/2006/relationships/notesSlide" Target="/ppt/notesSlides/notesSlide8.xml" Id="R26ff76365cdb4e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608a8e2264b4c" /><Relationship Type="http://schemas.openxmlformats.org/officeDocument/2006/relationships/notesSlide" Target="/ppt/notesSlides/notesSlide9.xml" Id="Rc184d351a8cb4d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0b2267e1a4a15" /><Relationship Type="http://schemas.openxmlformats.org/officeDocument/2006/relationships/notesSlide" Target="/ppt/notesSlides/notesSlide10.xml" Id="R11c34b873f8648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7dc3f1c9744b1" /><Relationship Type="http://schemas.openxmlformats.org/officeDocument/2006/relationships/notesSlide" Target="/ppt/notesSlides/notesSlide11.xml" Id="R58f3cebd41884c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8967CA-5C32-4EA6-AFCB-CE77690F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D2E9D-BBC0-41B2-BB99-4B136317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Prompt-router sweeps, data mix effects, and soft-prompt follow-up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E8C9E-46A6-4116-925B-2B675DC2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8DC5B-39F0-4731-9BB5-4DE407D0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12520-49CB-4D2B-BAB9-F50285AC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Total pool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40AC6-AA0D-4AE0-9CCD-E9B8D1A7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122DE-301A-48E4-B4A8-5844BF87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first 205 + second 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0E6E1-135F-4E4B-8F8F-0D9FBC4C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2C5D6-3F86-4F0D-9AEC-B10EE225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Training 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CD79A-EF9B-4325-9F24-A0CD7619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9CE53-D1F9-44CC-BFA8-9A60BE12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sampled only from first half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FF159-7309-4EA1-BCB1-23748DD3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92AD3-AB7B-4C46-B3E0-E27B3339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Fixed test 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44E07-A310-4C5A-9346-6CC8B248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47D7C-276C-49C8-8D9E-A7013EE6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second half held 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B8AAC-D7A4-43B3-9F58-0FB90375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87F06-A059-455D-8C74-0E124DCB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Later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7D613-4C5B-4754-8EF4-6CE9C574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soft 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E5243-AEE8-4CE4-8DA8-6B3894F3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205-test framing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49863-829C-4112-B271-0D84C606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</a:defRPr>
            </a:pPr>
            <a:r>
              <a:rPr sz="1725" b="1">
                <a:solidFill>
                  <a:srgbClr val="222222"/>
                </a:solidFill>
              </a:rPr>
              <a:t>This deck keeps one evaluation frame: train and validate on first-half examples, then evaluate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6847D-E879-4F3A-B7E2-4AFD2FCE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3AAEC5-5965-44CF-B9AB-2D77F2CE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6543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CD20E8-D1D8-4D99-BBE0-9EDFEA7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90441-CB44-43E9-9B85-AACF7872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205-question test set had real routing upside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C742F-B9EF-4D82-8DFE-0D917BF4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8E48B-4B97-479B-86FB-458BDF75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615AA-DB8F-4872-84DD-A437E5E7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2276E-42BF-4A5B-86D6-CAEE97C8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27530-001D-4051-B436-B4AD35DC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4FAC4-7378-44C6-A75B-BA13411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80DDA-9225-4071-88BA-0C292B78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B3FB6-0C02-4A65-A99F-6EB77BDB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2B571-99D5-4ACB-A8FE-34B16599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7AF3B-8570-44CD-8EE9-5C4281B0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7BBEF-9B20-47B8-9D69-582F3620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7EC0E-CBA3-4C4C-B2F8-E099A4B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DCA20-34A7-47D0-ABAB-62048C81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0EA8B-EEA6-44B1-8FA7-B7291D92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B191F-C14E-400C-8F43-2B2499F3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C541A-C1BB-4FB2-ABFB-796D6CF0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CBB52-A87E-4BE2-8F9F-05BDED7A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B049AA-E6A5-4431-A4BE-E7E338A4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B9762-15BD-46B3-9C9D-FFB4EB4A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2FB3C8-A1F3-4443-A4F5-57DC7D29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2A177-E536-48DC-831E-108AFE04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794786-CEED-4EB7-8190-CDECC67F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052C1C-C7DD-4B9A-9B7D-60E3780D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C6CED-604B-494A-B1A0-306B5641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637CC7-F31B-4376-97FC-56BC23F2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FE40D7-518D-428C-8F2E-5F240DC3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7666B5-7CEB-4214-89E5-AEB791D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83EC89-69D7-4E7D-A20E-504931E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03D6EA-E9B7-4459-A72B-A2522769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1A3288-F6D7-4E6F-9DBD-C76F8CBD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690727-3F19-491F-9879-41C8E015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81032A-692F-488F-9054-E1AE6947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A04F1A-AE7C-43D1-9586-B72B4C17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699AE2-234B-44EE-BD90-ADA93B8E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42C700-95CB-4E29-8312-3F9308C4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C40ED2-B979-4900-AF3B-09407017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F62CCB-3073-4D2D-9582-8357AA6C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EFF08C-C3FC-43B4-ADEC-3B5B4CC4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F8C9E3-E8B6-4CC2-924E-9AA352A4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6354F9-EF3F-4D0A-8B33-05CCEB96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F9D10B-AB12-46F3-98A7-356E202C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971A60-1BDB-4637-A098-9016E0FC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E68213-3441-44C8-B5C0-41A7AA5D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52B321-7CD4-4D2C-9348-D67A404F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883F40-2D03-4A5F-8D74-300E05B1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EEE8A4-6A40-43D6-A70C-B1F8D55C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1B896A-3441-4DA5-A5EC-A0692E69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36930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3FBD2-9A12-48DC-A5AE-C696CB08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 mix by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27CEE-1A65-4DDE-A14F-55F08A4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As size increased, the sampled mix moved toward easy cheap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A1ADD-9974-4250-85D3-9EE9CC0D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75B11-1017-4B8C-AB7D-CC5E8566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4B0A6-90E3-4428-AD63-45430D3B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E177E-A554-40C2-B4B0-A14510F3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8B2E3-03A3-458D-8056-94AC8C4D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13C21-FDD4-4306-99F3-8DBB3192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2BCDC-BD3F-4F6F-B660-C777C174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0A617-6322-43BA-9A9E-213702B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7C309-C171-4728-A65C-7C768F37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E9238-A21D-42F6-9766-5ED18572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8A03B-428B-47E6-851C-10B5D28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441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40B8D-202E-4B6A-8EB6-5E638EF2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143125"/>
            <a:ext cx="435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76%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30901-23F5-45DD-8226-C34F67CA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740" y="2095500"/>
            <a:ext cx="1394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81732-08C3-4A67-8095-08A766F7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315" y="2143125"/>
            <a:ext cx="13373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24%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457FB-2D34-44A5-8D73-5B6EE2D4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240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20/5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D2939-837E-4BDF-AE42-BB191E17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240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19/0/6/0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4CCD7-245A-4882-8E6F-321313D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1240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76.0% mini-only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825FAA-8D70-4727-B663-E052FFD6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7DB07-ECF2-46DD-BDFE-26A829B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220789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D591D4-CD04-45FD-8C48-01B39003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57475"/>
            <a:ext cx="215074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036BE-9D14-44BA-BEEA-36D15CFE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845" y="2609850"/>
            <a:ext cx="1162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D737D-7378-42C2-941F-90646868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98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53EDBB-14A4-43E4-9D4C-76CFD331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57475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CCF040-B3B4-464F-B7BD-76160983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E2727-1443-4FD4-8DDE-9DBC01F5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57475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899DD-6E6E-4D07-B41F-B916501D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84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40/10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FC9BAB-1942-4ECF-9D0A-7F6D8E8D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19/1/20/10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7BB511-0874-42E1-BBC7-68890CBD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384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38.0% mini-only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05F99-AB64-4BA1-84E1-1C3EB35A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9C67A-71A0-4BBF-BF16-70FC78B9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24200"/>
            <a:ext cx="147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675272-B600-40C9-A973-109C702A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171825"/>
            <a:ext cx="14147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4526BE-6EF3-4FC2-90DF-C3E0F450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880" y="3124200"/>
            <a:ext cx="774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D89CA-D599-4CD0-A353-5E74BDF9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350" y="3124200"/>
            <a:ext cx="33312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AB213A-F519-403D-B6A7-9E9D3E3E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925" y="3171825"/>
            <a:ext cx="327406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57%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246211-50C1-4F7D-AE6B-7604E181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3124200"/>
            <a:ext cx="9296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686A15-9F79-47B6-8E47-E59F0208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3171825"/>
            <a:ext cx="8724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FFFC27-C5B3-4E1A-BCAC-19305CC8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527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60/15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C8C572-18C1-42DB-B20B-9FB6C366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527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19/1/43/12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1DE2E-8569-4B7D-B28D-38ED550D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527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25.3% mini-only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4C54E4-D1CC-4AEF-9771-BE675306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8BFABD-1BE9-4AA2-8486-36157DFF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110394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BCEEEE-08A7-4EA0-875E-BCCC0F80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686175"/>
            <a:ext cx="104679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91BA6E-D71E-4B63-A61F-CCCFD5CA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98" y="3638550"/>
            <a:ext cx="1162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A71F31-2CB7-4F62-92FF-01A4FB19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103" y="3638550"/>
            <a:ext cx="36023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396D2C-8E41-48C7-8499-2F58B916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8" y="3686175"/>
            <a:ext cx="35452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B8C409-CD57-4896-8893-2DC4EB8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6458" y="3638550"/>
            <a:ext cx="98774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B66786-00C1-409D-A864-EBE69313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033" y="3686175"/>
            <a:ext cx="930593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17%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E2EBEF-772C-4B9B-9148-C9C49FB5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67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80/20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79CE7B5-8470-4B76-A995-6F8C9F9C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19/2/62/17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4D6905-2190-4ACD-BA00-ACC3ADE6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6671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19.0% mini-only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B83E18-C8BF-4AE7-92F6-35F2AA0A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D504D0-BF6C-4D57-87AC-FB917812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8831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259692-643B-4173-BE16-F638BD3F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200525"/>
            <a:ext cx="8260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DB0B7B-6116-4772-B877-87B21025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108" y="4152900"/>
            <a:ext cx="13944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433750-79F0-424D-AF5C-F0CAA824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554" y="4152900"/>
            <a:ext cx="37185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A9E6A8-86A1-4F06-BAB2-EFDB550B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129" y="4200525"/>
            <a:ext cx="366141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64%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EC347E-2262-4101-92B2-B2A6D551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114" y="4152900"/>
            <a:ext cx="106908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BFC321-EC81-4ED4-85EF-2E597A57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689" y="4200525"/>
            <a:ext cx="101193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BF41B8-ADBD-457E-B47D-5986EF2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81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100/25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093FB4-3952-40DB-9EEF-A51333CB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814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19/3/80/23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22FFBE-A69A-4D10-9CBB-B6BFB70C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81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15.2% mini-only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9A7FAA-A4AC-423A-A952-98869022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F07410-2453-4D02-B429-8C0551CF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73596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A029EA-3C8B-4345-9847-2D6C34CE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714875"/>
            <a:ext cx="67881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13%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9FCA03F-8A4D-4946-AFDD-60BD0896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915" y="4667250"/>
            <a:ext cx="23241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8AB9F1-A8CA-48B1-ACEE-82F1D7EA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2325" y="4667250"/>
            <a:ext cx="391223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03E0A0-7B79-4F76-AF00-DC53857F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" y="4714875"/>
            <a:ext cx="385508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67%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F7E8A52-D954-4830-8A62-ABF5B3E7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4560" y="4667250"/>
            <a:ext cx="9296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1D25F3D-AC69-4224-8596-A8D3E21D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35" y="4714875"/>
            <a:ext cx="8724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633D0D-454B-420C-9986-CB1CB4A1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958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120/30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AFA845C-5ACA-4359-9950-A8BFC2C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958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19/6/101/24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8DF858C-22DA-4933-A431-E5055C6A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6958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12.7% mini-only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06A14B9-25F4-47DD-A1E7-CEC001D9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22222"/>
                </a:solidFill>
              </a:defRPr>
            </a:pPr>
            <a:r>
              <a:rPr sz="1275" b="1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FCB884-FDB9-41E4-8A07-F526CE8F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55197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38E21F6-4633-4585-851D-80E53CDF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229225"/>
            <a:ext cx="49482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1396F17-C38D-4872-9FE5-01EA0C50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924" y="5181600"/>
            <a:ext cx="26146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E3E06E3-D29B-4E4C-B489-4337A11F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385" y="5181600"/>
            <a:ext cx="412527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92C5828-6A0D-4BAE-B8B6-1B1C8FEE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229225"/>
            <a:ext cx="406812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AEB6364-C0D2-4806-8887-E889AB8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663" y="5181600"/>
            <a:ext cx="8715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39E9693-5B5B-431A-84AB-8FB1B777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1238" y="5229225"/>
            <a:ext cx="8143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D58409-9C01-4572-93D2-7746FD4D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101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train/val 160/40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0D4E538-ADD2-44EC-9061-07B9837B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10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6A39D4-F595-48DF-8A14-D93FFDBE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2101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9.5% mini-only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3D2542-8E62-4B1A-B404-ACC97772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The key shift: mini-only stayed at 19 examples, but its share fell from 76.0% at size 25 to 9.5% at size 200; both-correct rose to 71.0%.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543306-6F3C-4822-A296-D9BA004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Format: mini-only / nano-only / both-correct / both-wrong; values are selected_outcome_counts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D02444-8BF3-444E-A119-77DBD9E1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0201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0F1145-5433-4005-8EA6-28212EC5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61F56-BF4B-489C-A9AD-EE9D1E65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mix shift explains why larger size was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05157-1033-4883-94CA-3FA57A9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5E0AD-569C-4528-8466-AB0AE189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FE95F-D6F2-4F7E-B2E5-DBB75A6F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53356-7680-4E4A-90C0-CE789120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B6B71-C01E-4A2F-ACF1-3EAE0305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5737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7EDC3-7714-4929-8475-D814ACE7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6D9EA8-B90D-4075-B066-7D926912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241A3-9409-4D7B-A90B-AC0F6BB7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E5DAD-F2C3-4158-9BEF-C4972752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ED02F-00FE-4021-B04D-BA3DD8A0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84290-EE72-40BA-995A-247912C8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2931D-89C0-4775-B577-84139B64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D08F0-A235-4951-B253-4B300BC9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479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79CBAA-B720-4379-A38C-08D2FCC9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479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61711-EC61-4338-BA38-FC06FC13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7C902-1CC7-4EDB-8871-4BF4C130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03699-0ABB-454D-AD16-8213601E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E8854-B139-4CA7-8358-18F1CDFF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61CB0-B962-46C9-A87F-2C8E8AC8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C217FF-273F-4C99-A265-7C53D8B6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860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3CFC9-E069-4CE5-B68B-DC0B3C52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28BA2A-E9D8-4A71-8C9D-8B22777B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347D4-809F-413C-BD27-CBB9AB78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2B660-AF0A-4C48-83BF-D1E049FC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AC55D-D8D5-4CD6-AB29-B5A15E31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5F64E5-0428-4980-B660-2F27EE2A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242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1A9652-5BB0-4DC3-A9DF-DFA8071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42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22FF27-F126-424E-93C9-1F5811F9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242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374D88-B5F0-49FA-B5AB-A1370AFF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05E7B6-56E3-40C6-8352-F95F7EAC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F07F1D-E541-4897-A804-130ECDA3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979A35-8B86-47CF-B250-94B8FF57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E24261-219C-44A0-AA2E-B39B0560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D36915-CB26-40EF-8BA4-C40A6193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623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ECD69A-98E9-4F78-B6A7-EECD9518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623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DFDAE6-58E3-4076-B4F7-40BCFBEC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F2242E0-B982-4942-91A6-AFAD216A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A00DB9-3330-4369-9C68-2D68CE84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D0E10-F6D4-48C8-B729-773647E3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86938E-5601-4AD6-97A9-E88D3102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005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D4DFA5-0924-4F50-9BE9-04F8122A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005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C45CE3-D57D-4788-B3DF-329C3857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005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BFEF09-4F8C-4E5C-96D9-AF547778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8434DD-8DB3-4F4F-A14F-87DFC5F4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A409A3-9B29-453A-9F02-203273D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A25E48-2287-4A67-9CB5-97C114EA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AD47CC-A168-4288-860D-E78F1DA3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EF3510-AC11-497A-A73F-482F8D0F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386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87D896-F5C8-4DFC-BBAD-AF4B485F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43865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112DB0-11AB-4960-A232-6D964987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3865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38519C-C3C6-4856-9904-D1AE7C79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EA08293-D89E-438C-921E-2EB7EA94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66513B-306A-4D06-A4D7-235EAD78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768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96FED7-6A71-4CC8-A9EB-ED5B544D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76800"/>
            <a:ext cx="75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E51EA3-AB6D-460F-BCD6-894F922A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7680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9AD6F9-66D1-4218-86D0-5BD9EFD5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76800"/>
            <a:ext cx="1038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0AA27D-7C23-4284-BA3B-14F2FA50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F4FBF1-DDF1-4C37-9EAA-4CA099EC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52CF53-0E2A-4ACA-B021-6E397ACB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9360A7-3D19-4A7D-92BA-2AE9356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00250"/>
            <a:ext cx="211851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3C2EF1-E9BF-43A7-AD38-4087F371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E23010-22FD-406A-A11F-938E6143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52650"/>
            <a:ext cx="56471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0214DB-7BD4-4B8D-84B0-9AE5D39B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9526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78.5%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294396-CBFB-463D-8243-3A5CCC70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0955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18.6%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F1C36F-52C1-463C-B823-72BB8122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2D4FC9D-5953-4419-A94B-230A3F34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B67E677-040F-4E22-9477-40C83F22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00300"/>
            <a:ext cx="2159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67DA9C-6125-4148-BB85-0C1E26EF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2873BD-5D41-4830-B3B6-F8993BB1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52700"/>
            <a:ext cx="38254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666CAC-78F3-4667-B9C7-57B01218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3526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BFA50A-AA3A-4DCE-9170-22FF00D9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955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971778-BFC4-4C46-9EDA-0E6458F5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318EF83-AF86-42AE-8BD9-70E76259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3BCD0B8-D010-4C8F-BA15-653DDD19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00350"/>
            <a:ext cx="209423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3245ACD-C958-48FB-9A29-29D471B6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09F920-B2DC-4F11-B3B6-663B9CCA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52750"/>
            <a:ext cx="947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60BE42-7650-479D-A423-BE5DCF07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527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77.6%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CCA449E-979E-472C-8DBA-CD84F1D9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8956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31.2%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3C96CEB-4737-49CF-9A37-C18BD254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1A8396-8870-4A73-B3C7-B9CC8A2E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53B1438-3252-4146-A543-A8DD1741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00400"/>
            <a:ext cx="20537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C007493-C264-4C81-8E60-118C9DA9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6783A7A-496F-4DC9-98FC-90E897FC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52800"/>
            <a:ext cx="131766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4D9CF7D-E42C-4A81-A455-0A26E1F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527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76.1%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F57EECB-71D6-4B80-BE99-AB296CB7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956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43.4%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4B39CF7-E9C1-4968-A114-A158585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623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0EAF101-988C-49B4-8885-EFB0DF04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49F157E-F978-4825-8686-85D4E247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004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D69C4AA-0CE3-4802-A1AB-939B306D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B933676-ABD4-443B-81AF-F1564FC9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2850"/>
            <a:ext cx="20493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86EC9BA-C6FB-4BE5-BA4F-1D8A230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528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817300B-1CA6-403B-AE53-B95C9131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957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67.5%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8DB331D-6193-4FDD-93D8-AC4E991F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8D82979-6DC7-4008-BA48-A0458BE7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CDDF5C3-7AB3-49F7-BE99-10D86E51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5D1172F-5ABF-4C6E-98C7-46E7DEC2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8763C14-88F2-450A-9436-A75A8E34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5290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DAFB2C4-6D8A-4F7A-8447-B9860D2B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952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75E6074-BC56-4B66-A2DA-8F36992E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0957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4D2CC2D-5EF7-4F20-980E-A94CCCE8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E9AC602-7990-4587-872B-A9C42A9B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7EF7903-3FC1-46F5-B77A-3CC4EB24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00550"/>
            <a:ext cx="1948498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A8B7AE6-9CE7-4690-9D54-BC8E5DC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2428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25A3F80-83E7-46C8-A211-62D3B0EB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52950"/>
            <a:ext cx="1891486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E99F4E8-FF15-4361-BBB6-9C8ACE4E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352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3233E4F-1892-4D50-8F1A-BBD4CF4B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4958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EB7C3F5-029F-4586-B1F5-C5A2B453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90546DF-9A40-48F5-8A0B-339C92D5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43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1FAEB25-0BED-4689-929F-BC3807CB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197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EA3E95A-2A41-4CF3-BFDF-E6429134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43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cost savings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5F82766-F435-4A1B-8E40-19AD5C1E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6C63B8B-0D34-4F96-9F9B-B6C77FB7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90427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59B09B-255E-4236-AE3D-FBB48F4E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0698C-C9B4-44CF-9C6B-FC743C92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204C0-0990-4332-BBF2-3B31B46A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48C5A-2E63-4C6C-9CE6-5DDA95D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C142C-1DC8-4FA6-AA87-28CEA066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2CCCD-CE28-4D77-8E90-3C2EAD17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E2D91-928B-4C47-90CF-91568AFD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518EE-AAF4-4A7C-A94B-D4653A5F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DA911-B2FF-4678-84E8-B850DEC7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21346-986E-4A6B-A6E4-EE2850A5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CC216-E263-41C5-8EC6-C905B8F2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C31CC-D78E-4784-8276-C881429F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6B685-4D94-4A78-9D83-F446815A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1031D-1E24-48D0-9695-A8C24382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303AB-3A3B-4BAF-9F77-A1659F6B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1AFAE-80C8-474C-9EC2-739639BD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3D566B-FAE8-4820-800D-AA733C5B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E6A38-FA2A-406F-8CFB-4BB4588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2BC49-5C57-429D-B3E0-8B09F7B8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6964F-B15F-466B-B7CD-A5067470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DDBFC0-C0C8-408E-97B5-2729D731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AE59C-6E8E-4ACA-AD94-F7F48F5C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1A4B4-32B7-4BFD-8578-1CF8C935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79183-7D34-45C5-A8BF-6506DE81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B5FB2-C75A-4FA9-9616-843371E3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920141-1A56-434C-B539-4430B7DD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14AB3-14B0-4113-A746-4CE11F6E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B39475-8BA0-40E3-9230-BE022FB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C6DB68-AAF0-4E44-A80E-25E8C33A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9A34D2-0DA9-47CD-AF15-CA867B91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397EC-92FF-4571-A93E-2DBE87EB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AD6319-611F-4058-AB32-CEACA8EB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39B8AC-3ACF-40B5-957E-E2DE89FE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29E5B5-DF3E-4C42-B3A0-34169720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30CDD4-B6AA-4A99-A952-4A598656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A22AF4-6265-4AEB-B040-5FC262C8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08B597-056D-4CDC-8787-2860361A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F48151-F3D0-4566-9A07-24E504B3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88294A-CD5A-409D-B8D8-5FFAC8C6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B98E33-EBE1-4E96-AFF1-8BE5F27C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59F176-7D35-44E6-9B7E-61147CF9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964215-F4B0-45C3-94DA-7EE21B3A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AA6450-3173-4ABF-AD1A-046A5735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B1EA6A-DF6B-43EE-9522-BCD29F4B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BE583F-9676-4604-9A4B-BF94ACD4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AEB51A-B450-4672-AFEE-A43044B9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DF5FC1-A60A-43E5-B30E-5ED97841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B12D1C-D6C9-455A-98E2-E49765C8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DB5A21-1F92-416C-ADC3-481979F6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2191D3-0E30-417E-AA6C-31E5C3D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958E46-DB05-4671-B75E-C6B45B26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D06A1A-41DA-4E3E-B7BE-C017F37A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A0E29F-6062-4F1E-8060-D5A59663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906CE4-3902-4B24-9655-7AE811AD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B252E3-29D8-4EC5-8E11-9A995A37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3BAB75-5ABD-49B6-AD53-89F0EBB0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AAB8B9-CEA0-40ED-B4A5-0DB7B28C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627D69-B680-4D9B-BD6A-A960C99C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6126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D615CF-7A92-4142-B469-D28B3BEA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C89DE-7A9A-473D-8202-B532D997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AB523-F2D3-479A-8A0B-82B64804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13D83-04F5-4A7C-8702-28F2698A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F36BC-7878-4456-9115-580E1945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E63F3-7370-4EAC-87CA-F5F1F760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55A92-8A41-44D1-96ED-2CE2EC0E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42479-1992-460C-BC2E-495FE8C0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3E329-4BF8-4DBA-A994-0599EAE7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C9050-4700-4B30-B588-2520DCD4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FCD4E-55A3-4574-BABE-6C7244CA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5666C-9EAB-43AD-B78E-AAB88202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ED51B-386B-4730-9604-D1AE9E28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3A88B-DEB1-40DA-A5B5-74CFA9E7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80BEA-BFBF-4504-A496-C25FA8C8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56687-A7DE-4936-AA37-DD355AAC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DE7F4F-9D7A-4071-9EBB-C9FB11F5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25639-B830-42D5-BFAB-06F5CF4B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B1D5EB-F39E-4E79-A353-96DA3B77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17676-CD0E-4E62-99A2-A856B8FD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5695A2-947C-495F-B477-7D4730B2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1E05DE-59A3-41AD-B193-1AED440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B59402-2107-48B2-BF73-69B4DE95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0D1B82-1A3A-452E-84C3-2391EE0B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10126-C412-421A-BDF4-38208BF5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8F7D8F-7A31-4AA8-8A23-7D4FE08D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65ABB4-1BC7-46CF-A94B-6629054B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C10858-A114-422B-95FD-F2E62704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D905E-9AD6-498B-A4E9-39BB7FF5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08B871-48F3-416E-8413-3F352976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1A40C-E271-4A56-86F5-0E867D3B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3EDF24-A394-4573-B4E8-DBCE1AB7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00CAC7-8777-4B82-AEF0-6858C8F7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48FA25-0761-40B1-85C0-F46A0273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68D170-D9F0-4283-AE66-4D17DB05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0D9FF0-D46B-4A4D-9C96-DFE7DDCB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F0EB91-BED2-4FA8-8E3F-0BFB4EE3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E55A32-7658-4089-B97E-908EA09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0745D2-D68B-44DC-A9D5-49F8BC85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10B7AA-CE44-4ACB-B8E3-97DF552A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901C2C-4328-43E5-A47E-375C8233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BB1ADA-D8B4-49BB-8912-0A6010F5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FB74E8-FC3F-406A-BA28-6FEF31A3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432AAD-190D-4E96-96E4-438ED376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035ED9-7AA4-4050-BDFD-AA4E720E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3221CB-01A0-4264-90DD-68667B13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378E85-D10B-4F47-BAAA-6FCB7DC5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953648-DE8B-42CB-B64D-9711339F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6D3BAF-D655-4973-8F1F-7E00B1CB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8A8AC7-D611-49CC-A5FF-A36FDFC7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CC2656-986E-417F-999A-3103AFCF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6A63D2-4415-4748-83B3-BE304B0C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200BF0-2189-4217-A275-F09C40E5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9AF4A5-9D68-4B7B-A672-6FA4FFB4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033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E00125-A31A-461B-B314-4F66B420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50B27-74C2-4637-A558-675A91D2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601C2-DB24-4B0F-A7CC-0372D3C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D883D-178E-4899-9ACC-C47AD747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053F7-3303-407F-B802-15D8429C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D0E11-B445-43A1-8F69-0E0CCBA9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0C16B-36F1-4B2B-878E-72D31B29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D8E7B-EEF9-4FDD-BACA-0027E695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9F7DB-83CA-46D2-9626-0075F65C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1B0FF-8D44-4FC2-B688-5A196DF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A778E9-A2B4-4C19-B7F8-549FEB0E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AFC46-1558-4F76-915B-55E82ABF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2FF45-7941-4FEA-B60A-B629FC2D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155F5-ADA0-4CC3-876D-C3B02505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26F8D-DA91-46E7-82A8-18EE6DBC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D8BD3-F79A-4F6B-A03C-8C04C14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7397A-979A-4059-9A6F-42EF492B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D14C1-785A-45CF-A219-1186F085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F77B8-97D8-468B-911C-FBE07385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52E5D-6CF8-4B90-A002-1C68B905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6486A-9970-4A82-9FDB-39C1B85A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930A7E-ADA0-48B0-BE63-6B9B181C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D6EBE4-952A-49C1-AA77-1324F918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FA6CD7-2339-4DC8-8F3C-568AC17D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ACC25F-B6DE-4A2A-9962-1B9BEF7B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3AAB6-1848-4998-80B4-3D884904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750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65B3CC-ABF0-43C9-A17A-C6B11983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F832B-C53C-499E-A07C-C1340124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E93D6-B6FD-407A-B96C-B2700D8E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1574B-991A-48C5-863E-FF2FDD41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30106-58A7-48AE-9EEF-C475E49C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63C3F-D3C7-4F96-A1D8-79ECB777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2307C-BDEF-4C83-AA9E-F885A9C9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4CDAE-3DCA-423F-B344-9719A411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8D9AA-973F-426A-913C-3D64CEC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CE725-1CEC-4434-80F0-592947ED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04204-EE5C-4E66-9C9A-98904805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41984-347A-4D55-9A5B-FC250B16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065705-5C71-461D-AAA9-5500159E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6E2FEF-00DA-42B5-80CD-63CAE817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E51F8-7DF7-45C4-8417-38B3469B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F44A1-2FED-4CFC-93AD-B4260326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950DF-5FE8-416F-8ED0-B6E38D90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554B1C-0FC6-428E-9251-596D5484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F782A-6A21-4FBB-BC5D-E26F7E7B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70ECE9-5AC6-4A86-938B-508B6939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E75B7D-069D-4A63-BA60-976EE512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0F9691-8169-429A-BD5E-0AE32F10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B8431-3432-4CA5-AB08-6D3A8461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1FE1D-7545-483C-8A5A-6B342A4B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CE4D7-2B08-489E-AEE1-5D5F9D24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53B0A-2433-4B3B-9653-092C554C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F9F391-F2B7-43A5-958C-E86E93F9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EDF270-BB53-46CC-A718-B8DE74B1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24FAF1-ABED-42F6-B02F-A8AAF242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5AA02-E203-4C18-B406-846B2D30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1A42BF-ACE1-4DA9-97B8-D39EF366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0C1B4-E007-4201-940D-55F2770A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8CB024-ED7E-4F4D-8DB0-777E1ED9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4A3033-97AE-4EA2-A681-37D10CCA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03DB69-E937-42ED-8FB7-DA08FE4D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819215-74B3-4A6D-8F50-016AE3C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E6C302-CD7D-488D-BD03-4840A439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5C3243-D6EB-4EFC-816B-30C879D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B99A99-E755-4B70-B5C8-072D7945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0914F5-0DC5-4CCC-AD39-68AA0921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8945FA-500B-40EF-9976-C84FDB4A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33D250-5208-44FA-BD75-34F9C75C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581BD9-5AAD-4D95-B67B-821D7E8D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9C6A7C-6362-4FF9-8DC7-B2C648D8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E1C0EAE-8F0B-46E7-BD59-857E2C3C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2937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BEB431-FE25-4BFD-8131-8CA3B287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37FCE-5B07-4FFE-ABD6-57DF970F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D517A-81E6-428E-B923-27FBF68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BD3FB-2DC6-4819-85A3-25B22E60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3166F-31AA-4E8E-8A28-67DF6BF1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2E76E-BE15-43FC-8F41-4B145C7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42910-9BF0-41C5-9D61-EA622B72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08222-4AD5-4EE2-850B-BDED1B1F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1137B-BCC6-4E7B-9B04-9B49FFCA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ED015-18F9-4538-BE16-7C369CD3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77AD8-E5C7-41F6-A8EE-A991C52A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F9E9F-B5EC-4327-99B9-6F168356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F3B769-FD12-423F-B9BA-F7208B7E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FD1B8-3D2F-4A41-AE3B-21E14D69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2A697-0EB5-430C-8ABB-83CE2616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C1181-A4E2-4DBF-B534-2E368D9E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9E3A4-2C7F-4A1C-B10A-9CC1D36B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49996-A6F6-4EEA-BBB8-C2985BF9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0B764-BF70-4067-A34F-FCC79860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F058D-8F03-4FA0-BC40-949D4917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EE6D2D-E93C-4270-B9E1-3E97A7E5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572A5-7AB3-465E-86E1-96BBEE25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17AB3-2181-4055-9C56-1DC00F74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C0926E-E5C0-43FE-AB44-51552CA6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CF864-5FC6-40F2-B81F-28E356AA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6A662C-46A1-42BA-AF61-556A2BAD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9F43F4-C634-4497-BD02-E76DD0F9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8AB56A-9745-4A82-AC34-CAC0A14A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091196-20C7-413D-9A41-89C3A3E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F8FF1B-25C2-4D95-8297-35C4792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B5DD7E-F9CC-4700-AD60-372B6A2C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6FA112-6043-4C69-8CBA-C9C69F4D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A34B24-557F-4C8D-8903-37B334AB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1CAF65-565D-4D69-8302-0889EE71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79B98B-492C-4414-91D9-8BA3360A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919DCD-88E3-4287-B8B9-92986B65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72C28A-F351-4120-B687-D0968E1A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E8C7D9-CD27-4519-A012-E889DC2D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0E7C98-68B3-49AC-A016-B7B1F3FF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84966E-3E22-4749-8F93-EE6EEBB9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E403A8-0021-42EF-AB54-BD27635C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E8493E-B562-407D-A888-19634360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AD2B87-AD0C-4060-8FF6-E8F6E580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FCA7D2-0C24-421D-BED3-C9154604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FC97E2-FD91-4E94-AE27-8B3F31E2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1DCE89-7BEE-45AD-9766-C3EE1C37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D6B54B-1A2E-4F65-BED3-6767B3F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6DB9BF-B5D4-4A7E-AF40-2ECC924A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CB2056-63F5-49BE-9F0D-8EDEAE99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E60BBE9-A893-4945-9051-0FDF9EEF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4488E6-7BFA-4DDA-87CB-21FB0E7C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522C37-CF7A-4782-844E-D2016C30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20CD13-EF6D-4193-A70F-2C2BE18D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1F80A2-C93F-4C83-A826-4C58502A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89832F-D23E-49FC-A238-424DEDC5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920BBC4-2024-4073-A9B1-5C5E2036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AF4E4B-0FBC-44F2-92F0-EA150AD6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59113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214BB8-CA0C-4D4F-8155-485A0DAC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60664-FE3A-4D58-B2D3-B876DDCF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9CD9B-68EB-4AEE-AE5E-331324A7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B4261-4519-4C27-B625-FE020ED7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CC9DA-41E4-4167-A24B-AE93804A5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6A3A9-FA8C-4DFA-B2C0-8DC0E424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2A273-F629-44D1-A67A-BE56CAD4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E7665-916A-4640-AEDF-FCC08578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7FBE8-11F1-4833-AEF0-D7BCB144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8DCE9-5B00-4A49-99AE-BE6BDBC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74B5C-2ADF-4F86-9E49-D16D114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C0708-459A-49F3-AC97-25B9016F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DE1CC-1486-4A64-8F8F-6AA2EF08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9C40F-C295-47F8-B148-EC671B09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65786-4265-4EEF-B887-242E482F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CC437-6B68-4B9F-8196-D75FCDBE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C7C57-D617-492D-BE53-644AAEF8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84E8F-3439-4A9C-84F6-1426C896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D6CC9-E4F9-4080-ADEF-D5F4E807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9B4BFB-4D29-4931-A458-D98BDBA8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A90EB-6737-4AB5-9CDB-38F6DD69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CC02B5-73DB-4528-B8B8-8E9B87E1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E8272-65FB-4E3D-8F84-18AEAF56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9452F-44D9-42A1-A2E3-D96A218F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337C2-35EE-4C95-93AF-2D35895F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A0EBDE-E443-476A-BCBE-522B88F3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324146-9C2F-41A8-BDEE-3043289B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E0BD47-1BEA-40F0-8067-EDD55D80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CD38DE-D618-4C39-9BDC-9198197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DADE66-2AB1-4DC0-852E-032A76AF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8306B-176A-4656-B08B-93CC07E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AB663E-D0BC-4579-B692-5DBB31D8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D752C6-5CC9-4484-8FC5-53040A1B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B5AFD6-AD7C-4877-AC4B-1048536C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FC4C9F-ACD8-42DD-A527-B03C4219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C1461C-2A1B-4B14-BD71-D82BB896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E7B918-0CA0-4D88-8007-BF4C7B4A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E52783-A71B-41E8-A8D1-80647FAD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3AF052-D060-4800-A456-F65667E8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6D319D-397A-496A-B732-EFD4795B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D233CC-7BA6-4FD3-8B69-6BE096F5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9CC398-6B92-409B-B961-DA234A25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0214E5-E468-4BE4-BA3F-CFF3F774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832B96-2C1F-438F-97CD-751CB6BA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69446E-AE54-4E40-B6FF-7737610F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3DE359-1537-4A28-A213-1F883A78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E886B6-1207-4C3A-9A5D-DE6D6333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6D181A-0F1A-4F29-A352-09AC481C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DCD3C6-32F7-4D2D-95FE-3D965E8A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0849C6-AAF6-4943-B003-06E4EC7F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2814A4-9E07-44AE-8064-32D5682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DD795C-ED51-47CA-B882-6E0F4068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E79B81-DFCE-4005-AB24-54DDB9C3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338127-D865-432E-8A4F-F0C1FDB1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FF7837-87A6-4A3E-B27D-49ABAE88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944914-C276-4B46-92CC-C2BF9EF3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FA5A35-B64D-499F-BF9A-EDBF5B2C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76CBCC-75F2-4A43-97F6-F3D57BFB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42AADF-AE05-4F0A-A2D6-AAECE14E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0E0FE3-8578-4780-9701-50AA23C5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80BE49-FA40-4E84-8FC8-C1AF3453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633405C-E4E9-4807-8E45-4689F7DD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83D2BA-AFE4-439B-ADA7-4E90A8AB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FE44895-11F5-4C07-9BA3-F5EF29E4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0D008A5-9060-44EE-8359-16A7B508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0836189-0C4B-4EE1-8BDF-B961F584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4FFF37-F716-499A-8CEE-82164744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99E123-8D7F-44B8-8964-76D14114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32427A-0D83-4020-B25B-B820C676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6409A09-6AAD-422A-8C5D-AE6BC7E0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0B71DE6-EC03-4A64-80C5-3A9EA418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FDBF270-9129-4895-A2F5-322B46D6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14494E-D617-4D06-955A-BC297521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A1B7F19-6A4C-442E-8929-042ABB6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243C15-B0F9-4B2B-BA66-0CEE73C4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217AE9-116D-42D8-9A50-0398A2B5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212F798-59F4-4EC2-B587-B8143C0B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58582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D1559F-C2E2-4567-BF24-F6D76D8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5CBEF-0323-4119-829B-B8DDDB3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4CB0F-6D00-497C-9C9F-0834F6D8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87ECC-AE91-4B3E-B7EF-11A72866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F4764-70C3-405F-9838-B72084B4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385ED-8D2C-4B95-9360-86F37BB3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6E9F0-C8EF-4772-BE86-29F94460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4596C-BF38-4579-8EB9-4C60E125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CC8B1-A6FD-4E18-9F66-B398EF10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227F4-52A7-447E-B75A-FA30443E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9BDD4-8EA3-4621-86AC-351A8C76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79D34-0CDA-4EEF-BB0F-6AF31798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FE272-93AC-4441-BFC7-81069D99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AD04F-40CC-4346-9767-2809EE45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877F5-D772-4FA4-BBDE-A2BE71BB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89E7E-7628-4542-A91C-903D4478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CC7F6-57D9-4E4B-ABD2-D06CB567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A831F-549A-4C44-A617-B5D48EE4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6D72D-EC31-4E9B-B3B4-D0C56EF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77E3C-6A02-4FBC-B292-623F5254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B7EC3-BE37-4074-AB8D-7B09D4E4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8F842-3A7D-48DF-883F-9B599D65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495C6-8974-478E-B98A-18CCA1AA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CD2F06-B030-45AF-8D3C-0D200CF8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259C8-0774-4F08-A537-56EF15CC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9F0A0E-975B-4D83-9400-3E892E26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17281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2026-07-10T18:02:28.9370000Z</dcterms:created>
  <dcterms:modified xsi:type="dcterms:W3CDTF">2026-07-10T18:02:28.9370000Z</dcterms:modified>
</coreProperties>
</file>