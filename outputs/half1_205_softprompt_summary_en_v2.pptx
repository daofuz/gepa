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e9c2ad073c4771" /><Relationship Type="http://schemas.openxmlformats.org/officeDocument/2006/relationships/extended-properties" Target="/docProps/app.xml" Id="R3420b22e92734e96" /><Relationship Type="http://schemas.openxmlformats.org/officeDocument/2006/relationships/officeDocument" Target="/ppt/presentation.xml" Id="R1d6e175605974c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b92fb7ea5b4939"/>
  </p:sldMasterIdLst>
  <p:notesMasterIdLst>
    <p:notesMasterId xmlns:r="http://schemas.openxmlformats.org/officeDocument/2006/relationships" r:id="R4225b6fc03ef4860"/>
  </p:notesMasterIdLst>
  <p:sldIdLst>
    <p:sldId xmlns:r="http://schemas.openxmlformats.org/officeDocument/2006/relationships" id="256" r:id="R48d82d0cff774656"/>
    <p:sldId xmlns:r="http://schemas.openxmlformats.org/officeDocument/2006/relationships" id="257" r:id="R53c6a1cc7da44fd2"/>
    <p:sldId xmlns:r="http://schemas.openxmlformats.org/officeDocument/2006/relationships" id="258" r:id="R089278f344c445da"/>
    <p:sldId xmlns:r="http://schemas.openxmlformats.org/officeDocument/2006/relationships" id="259" r:id="R19d7a13006054ea1"/>
    <p:sldId xmlns:r="http://schemas.openxmlformats.org/officeDocument/2006/relationships" id="260" r:id="Rb194878bbbf0499c"/>
    <p:sldId xmlns:r="http://schemas.openxmlformats.org/officeDocument/2006/relationships" id="261" r:id="Rb82addd8d12a45e1"/>
    <p:sldId xmlns:r="http://schemas.openxmlformats.org/officeDocument/2006/relationships" id="262" r:id="R91066018dbf84f50"/>
    <p:sldId xmlns:r="http://schemas.openxmlformats.org/officeDocument/2006/relationships" id="263" r:id="Rcc177e8372b3472a"/>
    <p:sldId xmlns:r="http://schemas.openxmlformats.org/officeDocument/2006/relationships" id="264" r:id="R42c760efa6aa4ce0"/>
    <p:sldId xmlns:r="http://schemas.openxmlformats.org/officeDocument/2006/relationships" id="265" r:id="R5a0da1efedad42fe"/>
    <p:sldId xmlns:r="http://schemas.openxmlformats.org/officeDocument/2006/relationships" id="266" r:id="Rab69c9d45625420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fdf17bd3e94933" /><Relationship Type="http://schemas.openxmlformats.org/officeDocument/2006/relationships/slideMaster" Target="/ppt/slideMasters/slideMaster1.xml" Id="Rf5b92fb7ea5b4939" /><Relationship Type="http://schemas.openxmlformats.org/officeDocument/2006/relationships/notesMaster" Target="/ppt/notesMasters/notesMaster1.xml" Id="R4225b6fc03ef4860" /><Relationship Type="http://schemas.openxmlformats.org/officeDocument/2006/relationships/presProps" Target="/ppt/presProps.xml" Id="Re8b3ad22e6d24777" /><Relationship Type="http://schemas.openxmlformats.org/officeDocument/2006/relationships/tableStyles" Target="/ppt/tableStyles.xml" Id="Rc99e77d2b55e4c5c" /><Relationship Type="http://schemas.openxmlformats.org/officeDocument/2006/relationships/slide" Target="/ppt/slides/slide1.xml" Id="R48d82d0cff774656" /><Relationship Type="http://schemas.openxmlformats.org/officeDocument/2006/relationships/slide" Target="/ppt/slides/slide2.xml" Id="R53c6a1cc7da44fd2" /><Relationship Type="http://schemas.openxmlformats.org/officeDocument/2006/relationships/slide" Target="/ppt/slides/slide3.xml" Id="R089278f344c445da" /><Relationship Type="http://schemas.openxmlformats.org/officeDocument/2006/relationships/slide" Target="/ppt/slides/slide4.xml" Id="R19d7a13006054ea1" /><Relationship Type="http://schemas.openxmlformats.org/officeDocument/2006/relationships/slide" Target="/ppt/slides/slide5.xml" Id="Rb194878bbbf0499c" /><Relationship Type="http://schemas.openxmlformats.org/officeDocument/2006/relationships/slide" Target="/ppt/slides/slide6.xml" Id="Rb82addd8d12a45e1" /><Relationship Type="http://schemas.openxmlformats.org/officeDocument/2006/relationships/slide" Target="/ppt/slides/slide7.xml" Id="R91066018dbf84f50" /><Relationship Type="http://schemas.openxmlformats.org/officeDocument/2006/relationships/slide" Target="/ppt/slides/slide8.xml" Id="Rcc177e8372b3472a" /><Relationship Type="http://schemas.openxmlformats.org/officeDocument/2006/relationships/slide" Target="/ppt/slides/slide9.xml" Id="R42c760efa6aa4ce0" /><Relationship Type="http://schemas.openxmlformats.org/officeDocument/2006/relationships/slide" Target="/ppt/slides/slide10.xml" Id="R5a0da1efedad42fe" /><Relationship Type="http://schemas.openxmlformats.org/officeDocument/2006/relationships/slide" Target="/ppt/slides/slide11.xml" Id="Rab69c9d4562542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26963932f14c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3dea73fb8a41d6" /><Relationship Type="http://schemas.openxmlformats.org/officeDocument/2006/relationships/notesMaster" Target="/ppt/notesMasters/notesMaster1.xml" Id="R15e9c7533ab34c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4beb9ed52e457b" /><Relationship Type="http://schemas.openxmlformats.org/officeDocument/2006/relationships/notesMaster" Target="/ppt/notesMasters/notesMaster1.xml" Id="R2403be4d61634a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35cea8290146cc" /><Relationship Type="http://schemas.openxmlformats.org/officeDocument/2006/relationships/notesMaster" Target="/ppt/notesMasters/notesMaster1.xml" Id="R0c6048c87d2d4b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0261c5afb945be" /><Relationship Type="http://schemas.openxmlformats.org/officeDocument/2006/relationships/notesMaster" Target="/ppt/notesMasters/notesMaster1.xml" Id="R902a940ddf604e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b455331f8945f9" /><Relationship Type="http://schemas.openxmlformats.org/officeDocument/2006/relationships/notesMaster" Target="/ppt/notesMasters/notesMaster1.xml" Id="R4c83b76e68ae4a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484f218a0a4f79" /><Relationship Type="http://schemas.openxmlformats.org/officeDocument/2006/relationships/notesMaster" Target="/ppt/notesMasters/notesMaster1.xml" Id="R461cf0a368f348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8b086f1f284eb4" /><Relationship Type="http://schemas.openxmlformats.org/officeDocument/2006/relationships/notesMaster" Target="/ppt/notesMasters/notesMaster1.xml" Id="Rddc3114bb39842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dba6a83c084482" /><Relationship Type="http://schemas.openxmlformats.org/officeDocument/2006/relationships/notesMaster" Target="/ppt/notesMasters/notesMaster1.xml" Id="R28eee68790c84a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27bb2c12aa432c" /><Relationship Type="http://schemas.openxmlformats.org/officeDocument/2006/relationships/notesMaster" Target="/ppt/notesMasters/notesMaster1.xml" Id="Rc5e01c46284b46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d230f12c5349fc" /><Relationship Type="http://schemas.openxmlformats.org/officeDocument/2006/relationships/notesMaster" Target="/ppt/notesMasters/notesMaster1.xml" Id="R182b9da3f56d46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99628cbcd6476b" /><Relationship Type="http://schemas.openxmlformats.org/officeDocument/2006/relationships/notesMaster" Target="/ppt/notesMasters/notesMaster1.xml" Id="Ra1d7edad4cae4f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227f52acd34e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f78a3bf3ac475e" /><Relationship Type="http://schemas.openxmlformats.org/officeDocument/2006/relationships/slideLayout" Target="/ppt/slideLayouts/slideLayout1.xml" Id="Rb3c245edbc0a42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c245edbc0a42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b83a9166f4eec" /><Relationship Type="http://schemas.openxmlformats.org/officeDocument/2006/relationships/notesSlide" Target="/ppt/notesSlides/notesSlide1.xml" Id="Rfde56cf17fb742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f3f8502b34568" /><Relationship Type="http://schemas.openxmlformats.org/officeDocument/2006/relationships/notesSlide" Target="/ppt/notesSlides/notesSlide2.xml" Id="Rf21d0c57809643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9d2a85acc47f7" /><Relationship Type="http://schemas.openxmlformats.org/officeDocument/2006/relationships/notesSlide" Target="/ppt/notesSlides/notesSlide3.xml" Id="R5bf2e0e641014b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cafd4274e46ce" /><Relationship Type="http://schemas.openxmlformats.org/officeDocument/2006/relationships/notesSlide" Target="/ppt/notesSlides/notesSlide4.xml" Id="R5dcaa62f3c0542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8ff90b5e94989" /><Relationship Type="http://schemas.openxmlformats.org/officeDocument/2006/relationships/notesSlide" Target="/ppt/notesSlides/notesSlide5.xml" Id="Ra49090d036d448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94503353147fd" /><Relationship Type="http://schemas.openxmlformats.org/officeDocument/2006/relationships/notesSlide" Target="/ppt/notesSlides/notesSlide6.xml" Id="Rb68625c5e4d549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5bdc1fdc149e1" /><Relationship Type="http://schemas.openxmlformats.org/officeDocument/2006/relationships/notesSlide" Target="/ppt/notesSlides/notesSlide7.xml" Id="R854d17266ca645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4ee6ef9be483e" /><Relationship Type="http://schemas.openxmlformats.org/officeDocument/2006/relationships/notesSlide" Target="/ppt/notesSlides/notesSlide8.xml" Id="Rae5d9b09db5547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4e149cdd94692" /><Relationship Type="http://schemas.openxmlformats.org/officeDocument/2006/relationships/notesSlide" Target="/ppt/notesSlides/notesSlide9.xml" Id="Rd2a33c2686b549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9f26991db49c3" /><Relationship Type="http://schemas.openxmlformats.org/officeDocument/2006/relationships/notesSlide" Target="/ppt/notesSlides/notesSlide10.xml" Id="R9e7cee8b4cfa44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de03d2f2e420e" /><Relationship Type="http://schemas.openxmlformats.org/officeDocument/2006/relationships/notesSlide" Target="/ppt/notesSlides/notesSlide11.xml" Id="Rba639c0eb49248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6DF137-5E66-4E59-97B5-AAD31FB7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22222"/>
                </a:solidFill>
              </a:defRPr>
            </a:pPr>
            <a:r>
              <a:rPr sz="4200" b="1">
                <a:solidFill>
                  <a:srgbClr val="222222"/>
                </a:solidFill>
              </a:rPr>
              <a:t>First-half 205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7775B-DF7C-4593-9B32-17DC02A1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Model routing on computer-science multiple-choice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0398D-2966-46C0-9792-FCBB3C81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A288D-FC7F-4A4A-AF61-EC9C80B4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1D00F-AACD-4C8D-BE31-C7716FA6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E4B99-AE93-446D-8A1C-2F04CFD0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routing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70AC1-E770-4017-887C-A688F1FA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select one model per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C2927-CFBE-4CC3-81FE-0782ADF1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C5164-CDCD-46F0-A715-EB82951F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7662F-8414-47A4-B1B4-5A8DA479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410 MCQs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6CC1C-0787-4559-BA91-634836E4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computer-science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41361-A425-4BAE-96F0-B58FD351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F5C79-763A-40B7-9D31-77F9030B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GPT-4o mini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1FD1F-0865-4287-AA16-28337419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stronger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C6543-5761-4A95-998A-19E258C4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higher accuracy, higher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C6DAC-D206-411C-BFCD-6855EB05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AD677-CDDD-4C25-AF22-1ED98BC4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GPT-4o nano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4F716-6123-4544-B64A-32523DCF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cheaper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74E6AB-4EDD-41C8-A06A-B8CF6ECB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lower cost, lower 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A6C591-7FAC-476B-AE59-B982698D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Goal: preserve answer accuracy while reducing cost. Train and validate on the first 205 questions, then evaluate every router on the fixed second-half 205-question test 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C63E67-2FB1-4850-8B59-BD9271F6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routing_split_half1_*.json, gepa_router_prompt_result_hybrid_half1_*.json, routing_cost_comparison_testdata_hybrid_half1_*.csv, softprompt_router_*.json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81C48-8DA6-4E45-AC8F-38449A08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172857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866827-9360-49F3-B063-2F6E70ED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205/205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70A24-1438-4AA2-B986-A17D0B08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fixed 205-question test set had real routing upside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88972-43BF-4FDC-83D8-A733D3DC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CDA76-7C30-4445-8F0D-41946BAA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C30EA-A309-4BC9-AD8C-A017B279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F267A-5428-495A-9CB6-DF82A601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A4033-D034-40A3-9CF0-1E41AD60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12.7%; must escalate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12DBB-AAE2-4DA3-B35F-89EA12B8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F7426-1A42-401B-8C05-64C9C3DA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both-correct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D13A9-82D0-49C7-8F1E-0DCA1C51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139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C6653-337A-4FF3-BE71-9E336486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67.8%; can be cheap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F5692-457F-4405-BBA5-B369DA9C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57D43-56C5-42CD-BA3A-C6014017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both-wrong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F8A8A-35E8-4ECF-B11D-6433A5D3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30CA2-FFE9-4EAB-A80C-A42A8211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16.1%; no route fixes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81FD6-D82B-4AD3-9A6E-257FE78B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7C947-1770-4AF1-BCAD-EA85FA31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oracle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A2B0E-F68C-4B15-A2A1-3761B75B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AB8A5-016D-47CF-B3A7-C00A52FF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179 nano / 26 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E61D7-3308-4267-BE20-B3037E69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8C9A66-15CC-4638-AF5E-7E7D6FE1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0047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5F04CF-7003-4641-A2F9-1DACE0B8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004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3FF907-3964-4A2A-AA04-46E67459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Cost / 1k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3FA4D5-A7AD-48AB-81A6-82519A98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004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3A93F6-B638-44CB-9EA8-64A248E0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8A643B-6AC5-4CFC-9589-FB50FCF5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00475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Meaning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DCDFB9-11BB-4B75-BB59-D01C6319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34EF92-D226-4A97-94EC-7A2DDB8F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all-mini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258D68-1B99-4CDA-927A-02310F47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498BE3-E222-477D-BE18-7F0274C5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$1.124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29901B-4EDF-46E3-A8DE-D65ED4ED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C9DFE3-A833-46A1-949C-25303B0F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25984C-317E-46CD-A826-EE7C5C1D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Accuracy baseline.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9874DA-F7E4-4B38-ACCF-83922770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8AD0C4-8E1F-480B-A101-54C93C47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all-nano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228633-D7BA-4B34-853A-EC616910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053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113BBD-E022-4043-9E64-CE0E2C56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$0.291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11781B-7ACA-4E52-B693-3E93C7A4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053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74.1%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EE98F7-84D9-44F5-998E-8C50B779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205/0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93FE70-9CE0-4BFB-BDC0-F96E2F5E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0535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Cheap, but loses 9.3 points.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D0FA03-4B38-491A-9697-85E201EF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42483D-3474-4A59-96C9-296E8374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oracle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7A4F38-29A9-45F9-A0BB-84962D5A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F4084C-B81F-4370-82F7-D32C6F21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$0.402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EC174F-238D-4C40-B50C-A6286377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197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64.2%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852556-B8C6-4E2D-B946-81A094D8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179/26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490979-D38E-48AC-8523-E902B4AF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97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Large theoretical room because most items are both-correct.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4E7852-FC44-4898-9156-C47EE9D6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Fixed test outcomes: mini-only 26, nano-only 7, both-correct 139, both-wrong 33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3820B2-125F-419C-ACCF-7FC95EC3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365455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8F653B-F197-4A63-9D78-96BB3454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Data mix by size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3F8B0-1ED9-4C07-B15B-7B3F2F4F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As size increased, the sampled mix moved toward easy cheap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978FB-4FCB-436D-BC0A-BFF396C0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88487-C06A-4CF4-88CA-2D61AE7D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C4A3D-44E0-4BB1-9ECB-7E60FBBA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565A1-A848-4A56-BCC5-60361123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1D25F-9BA5-4E4B-9E3D-38563645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nano-only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E93F0-79FD-4996-90F3-6C26C3F7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0A235-E756-4C97-A132-9BDEAA93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CC262-19EE-44DA-BC46-589CEAD0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9E7C7-6703-4352-887C-3B535C02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wrong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6C44F8-7370-402F-8594-B5EF82C1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E5D5B-2F6A-43A3-9A40-5448DAFC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441579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763AC-DF70-480F-9923-999501A4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43125"/>
            <a:ext cx="43586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76%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B9B26-5C18-4B09-A3AC-11E24805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740" y="2095500"/>
            <a:ext cx="13944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7AB3C-1D77-4126-A757-292A7E16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315" y="2143125"/>
            <a:ext cx="133731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24%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2DFEE-E572-4573-A193-E42BB390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240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20/5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D24475-0455-41CE-90F9-DCD38CF4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240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19/0/6/0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8B13E4-439D-42DE-A418-BFAF9ED4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1240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76.0% mini-only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001C6A-6055-4924-911D-0E19E97F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0025D8-2DC0-4D78-B721-DEA626E0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220789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2E63D2-8585-44C7-8722-6A055763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657475"/>
            <a:ext cx="215074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5D88D3-3BA6-4852-9F81-B66616CB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845" y="2609850"/>
            <a:ext cx="11620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359A6A-1B58-4F0F-B553-FD0AA546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098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9EA959-FF99-48B0-BD53-52104A41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57475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40%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E037BB-890F-4693-BB55-3A4AF2CF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098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6885EA-5E8C-471E-873B-6E485C6C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6574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92F1C6-BEBB-495D-8B06-9095E871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384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40/10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D92D7D-38CF-463E-B744-64BDE19A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384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19/1/20/10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70328C-021C-4B04-9BE6-68898831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6384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38.0% mini-only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5B4B35-5EBC-4774-BD7F-43B337D5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2CC434-9281-4BB4-A808-294CCBF2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147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831E9D-DEB6-4A52-8F5C-E97F415D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171825"/>
            <a:ext cx="141478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464472-FF1F-4920-9DBA-27020A00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880" y="3124200"/>
            <a:ext cx="774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C5EE7A-A5BD-4658-9E3D-A3ABFB5B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350" y="3124200"/>
            <a:ext cx="333121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2D2820-BE3E-490D-A54B-1482D2C2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925" y="3171825"/>
            <a:ext cx="327406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57%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377543-65FA-437D-AB00-D58C1C06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560" y="3124200"/>
            <a:ext cx="9296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A4A1B9-3033-47D1-866B-5A4905E9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35" y="3171825"/>
            <a:ext cx="8724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16%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8E2E2E-04B3-45F8-A571-8E52E61E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527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60/15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D14293-89CD-456D-9A40-404CC803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527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19/1/43/12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4C03F4-F11D-454F-AFAB-253EE9A1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1527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25.3% mini-only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BC134B-01B8-44C6-BAC0-E80D6A47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9AE6C2-1112-4FBD-98B3-DAAB73EA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110394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FAF102-3116-4F4C-A27D-AD8C31B0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686175"/>
            <a:ext cx="104679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19%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13BE29-7405-4497-BD4C-1725F9C1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898" y="3638550"/>
            <a:ext cx="11620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B4523B-F493-4C69-8BC1-31C9BD13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103" y="3638550"/>
            <a:ext cx="3602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09A08F-0C08-4357-BECB-73D5D2B1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78" y="3686175"/>
            <a:ext cx="354520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62%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DC6511-F6DB-40AF-9327-1C410DB6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6458" y="3638550"/>
            <a:ext cx="98774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493A06-A2B9-409C-8577-F3268057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033" y="3686175"/>
            <a:ext cx="93059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17%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868268-B55E-4289-A1F8-3D33D424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671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80/20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B7B5FC-A1C0-4811-AFA8-2C836F5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67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19/2/62/17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1F29BF3-9EF3-42BD-98DA-59A9A30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6671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19.0% mini-only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04102A-5CEF-4655-8B7C-BD7189AF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125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274701-B12B-414B-86DC-3F7431CC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88315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2B842C-F82F-40B2-B30A-A53749E9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200525"/>
            <a:ext cx="82600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9244163-5596-458F-8672-042BFF14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108" y="4152900"/>
            <a:ext cx="13944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15CD30F-890E-462D-AA21-C97D4396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554" y="4152900"/>
            <a:ext cx="37185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10D5968-8BA4-4525-BFE3-85E1BB04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129" y="4200525"/>
            <a:ext cx="366141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64%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778E97E-6634-41C7-A75A-40E44ECD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114" y="4152900"/>
            <a:ext cx="106908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F391F3E-8006-47DE-A5A1-77CB0520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689" y="4200525"/>
            <a:ext cx="101193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18%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869C846-15A9-43C1-B549-7D5BE250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814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100/25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28829FF-8578-4996-81D2-A8E6A7ED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81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19/3/80/23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03F58FD-EBA9-4772-A761-B1E99799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814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15.2% mini-only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B38D48F-3578-43A1-A1B6-24A755DA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150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BD7689F-16D9-4ED0-905E-C73E8926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73596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282BD89-4274-4512-B33D-CD8F39F5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714875"/>
            <a:ext cx="67881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13%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CCB7379-6DBC-4E83-BD70-086EF439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915" y="4667250"/>
            <a:ext cx="23241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BE909F-C73F-401A-BDAC-55FB30F6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325" y="4667250"/>
            <a:ext cx="391223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9C44B5F-73BB-45E6-A6A0-81A00C05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900" y="4714875"/>
            <a:ext cx="385508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67%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B35F92F-3F56-4B14-BFDF-BBE9E591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560" y="4667250"/>
            <a:ext cx="9296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C5505D1-F8F0-4373-9497-378DA7BE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35" y="4714875"/>
            <a:ext cx="8724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16%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98EEF79-4CEA-4F18-8E42-0F11F723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958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120/30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160AA7A-15EF-4ABA-80D5-566AEB29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95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19/6/101/24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BB86937-E09A-4D54-8E10-BD44ECE6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6958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12.7% mini-only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282CA45-FA17-4215-8BA2-C9A519D8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200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7D91964-444C-4870-B65C-93D474EE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81600"/>
            <a:ext cx="55197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9B67ED8-911A-451F-9FD7-3E556ADD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229225"/>
            <a:ext cx="49482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DA17D13-0B82-49B0-A6A5-BF8A1185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924" y="5181600"/>
            <a:ext cx="26146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93A7BCF-32AD-49E5-BFF4-88475F61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5181600"/>
            <a:ext cx="412527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7AEABB2-6F0E-4C92-BD9B-2C62EEBB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229225"/>
            <a:ext cx="406812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0438587-BFF9-4546-B4B7-E549CA91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663" y="5181600"/>
            <a:ext cx="8715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CC5E02E-8A2D-486C-9DD9-855154A8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5229225"/>
            <a:ext cx="81438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AB723EB-5D8D-4395-82B3-65B94041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101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160/40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188DF83-4897-4DA5-AE24-AED93635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101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19/9/142/30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654E1F9-DFAD-4270-9ABB-52E0C859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2101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9.5% mini-only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DB46C4D-1E66-443B-BC3B-979E0D70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The key shift: mini-only stayed at 19 examples, but its share fell from 76.0% at size 25 to 9.5% at size 200; both-correct rose to 71.0%.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D93C49B-7C1E-40EA-9F84-D7A9FFAD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Format: mini-only / nano-only / both-correct / both-wrong; values are selected_outcome_counts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7D6EE21-0F57-4B90-9445-EBCB2CF0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928563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05BD4B-E72C-4AFB-BD71-C4738C5E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Prompt-router size sweep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A1013-0CBB-4AEC-92A3-017C9F06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mix shift explains why larger size was not automatically better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E95D0-58AE-434B-A398-8F1AE3A8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E4146-1805-4F3C-95DD-7C40DDD2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5DA26-497D-4B45-A94D-7FD9D4C9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6796C-6293-4E70-8F29-8B6F8988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573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mix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95107-2E6C-49F5-A43E-8C69A3D3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5737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B2AE9-1BD0-41EC-9AC1-9865EB9A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98654-DF44-48AB-8AE6-9DF06E23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57375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B6E60-53F1-4689-ACE6-ED1CF001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394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Readout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92236-37F7-4B75-8B20-6B9F39E0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84141-EF48-46B5-95F4-ECF68AEA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52175-1A6D-45D1-9290-9F1F049B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76/0/24/0%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3B8EA-8583-4D7C-9283-502809CF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78.5%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97751-5CA7-45E0-BA73-0CCBB134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479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18.6%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37843-C0FF-466F-A722-5D0DB7DD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479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64/141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695725-8780-4F58-97A7-10467E52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357FA0-3741-4325-AC78-E212D8B3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5EC7A-5F28-4B9B-AED5-2B22EF54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86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1EF612-71AD-4D61-A4D1-6A16A155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38/2/40/20%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6C004-6D37-431F-AC7F-CABD34C1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80.0%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6D260C-CEEF-4B15-9798-E4B6B115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860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51D474-282F-4CE5-9D09-488E5A02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45/160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FD50EC-194A-4D0A-900F-D5AB78CC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Best accuracy-preserving point: 80.0%, but only 12.6% savings.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0B0CB7-EC33-4CF9-AD0F-5A46A0A3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299337-B642-470D-8C4C-CA4208AA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24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FE1407-F015-460D-B8F4-FD781B3F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25/1/57/16%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10601D-2E6C-42F5-B051-BDB5F2D1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2420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77.6%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CA1EC0-D88C-4D82-A336-4C7A4F57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242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31.2%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260586-3514-4FED-BD77-56261E92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242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109/96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1471AA-9391-4E9A-B8E1-443548E6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242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7953A4-DD37-4CFC-8A08-CA5638D6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2EA363-F6B3-4B97-9E1F-89613655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9571BA-21B9-454B-BCE2-D547261F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19/2/62/17%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FDF970-F438-40FE-953F-036F43E6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6235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DF7E0A-3C5E-45DC-94C9-E045E02F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623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43.4%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E8A2B3-CBFA-41D2-B96C-61F8D6E7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6235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146/59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41D8D2-8A4F-4F22-B61E-E41DB6FE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4C3CF2-02B0-4D89-A6CD-CA7AA366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057E45-E7AE-4E8E-97C6-8670DACB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125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A30A70-4AF2-47AB-8EE7-419E916B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15/2/64/18%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512B1A-3A87-4A7D-AF8D-AFDC36EF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24ED71-7EB0-4EC0-9D00-7A96C87C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005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67.5%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E2CAEA-163A-4CE6-8F11-FF857A72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005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191/14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619542-DD1F-40ED-815A-4E11A640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7BC25E-9939-4CA3-BA1A-4434A95C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9F535C-A41B-45F5-AF0F-17A7DB1D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B0396D-C5A7-4D94-B02A-904FA0EE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13/4/67/16%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ACE4E2-3E2D-468E-9B1E-049D6440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3865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EB61D2-E736-479F-B09F-FE679253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386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398122-91E5-4A01-87AC-411803C2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43865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BBE4C0-A32D-48E2-97E8-67EC2BB6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386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5AF7A5-BE46-4CD5-B599-336D4C7C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FD7D76-645E-44EB-894F-C4F8A1E1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200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28B58B-7498-4700-B1A9-AFA12264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10/5/71/15%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FD73C2-4974-46B6-A11F-A85A78BA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CE1F838-B4B3-478A-B28B-B8B2DF54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768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D0EAA8-F4CB-4781-8994-7BFD7E4B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8768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21EC197-1254-447D-B538-8DAAEC03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C5279B3-A163-4F8B-9CE8-924B0FFB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D45298C-694A-44ED-B84B-3741A4C6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94F0E1A-471B-4E25-894F-4845DF7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211851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073E940-61F9-42E4-9EE3-6E597DEA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BB93BC3-965F-42B5-B94F-42B1F04E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56471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6DF3976-A0C5-4986-8884-8BC9FE5C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526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78.5%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2170322-CAC4-41AA-AB77-BF4FB5E5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955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18.6%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EBADAD-F857-436C-85A2-0B8A63A9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E562640-C94E-4D5B-B4F5-761AE331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003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533197B-47C7-4FB0-85A4-14C47082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00300"/>
            <a:ext cx="2159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E3A16A3-A6AB-4837-A898-16695DE6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E77CBE1-B1D1-4D02-B80A-BC3C7810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38254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A58C9BF-7EB0-470E-A40F-87F54197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3526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80.0%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C400738-DCA4-4530-8388-67F8C611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4955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007ACBD-4749-444B-81AE-76C8A47F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E570AFD-6F95-42AD-9337-E5856CDF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003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DF7945B-D8F4-4F5A-9529-B2BF915E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00350"/>
            <a:ext cx="209423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9037D23-453B-4942-A483-5875D2D1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68D9373-6D35-4397-94FA-6FF8BB82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947261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833C683-53CC-46AE-B290-C2849E78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527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77.6%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48CBC74-80DB-45DE-A8DF-42A729E4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95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31.2%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CF5304C-3F79-4642-A47F-23DA0AC5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9C5382A-746F-4F4C-A8FD-35D6632C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004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D3FA9A2-1352-478E-B8BC-B51533D9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00400"/>
            <a:ext cx="205374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C101220-DACB-4CA2-96D0-137F2CB0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528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733F2F1-BD21-494B-81B2-992A91FC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52800"/>
            <a:ext cx="131766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E763B93-32F2-4444-AE40-9F288E29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527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76.1%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5CA7177-5913-4509-A28C-7DAA081A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956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43.4%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A7D907A-1EB1-4FCB-B3CA-DE79C707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623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125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8F6215E-64BD-4F9B-BD11-E5580E4A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004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401B69D-9B4D-4DD6-9894-6429B3DC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00450"/>
            <a:ext cx="194849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0E2791D-8C1E-4E4B-BB05-52539C05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528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0194793-79B7-4184-8C00-EC729821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52850"/>
            <a:ext cx="204936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89B8FAC-D836-498F-BB6F-47FE9FAD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5528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72.2%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73DC7FD-7CD0-494E-A9EE-E7ABA85F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957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67.5%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755EAB3-C2BC-43D9-B53B-59DE2B77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624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150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547A4B1-4DF5-41CF-8FA7-961CEDDE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738F6C7-EC11-4718-BFFE-693CD630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194849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B2A6EDF-27AC-4C51-973C-A4631E07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529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3BAFEC1-D0D6-42BB-9589-4FE61C7D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52900"/>
            <a:ext cx="1891486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97ADCA3-3D3F-478D-81BF-B9799E7E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9528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72.2%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4EEDC96-455A-4CFF-9D3A-25EC0D0A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95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62.3%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69C4635-EB1C-4D13-AB52-057C6D56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941CF74-56B6-4FE0-8DBA-D91A3D2F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005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2D870D7-3EAB-44E9-8524-DE25F87F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00550"/>
            <a:ext cx="194849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4288387-4C9A-44B3-86FB-1F1A2F0A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529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4750BAC-219A-4E00-BC32-363801D4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52950"/>
            <a:ext cx="1891486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057F78D-DA1C-4DFF-8324-4E245C41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3529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72.2%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0B3B906-6D58-49D8-A988-C9ECAC4F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958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62.3%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BBE89BC-C41D-40DC-BA7F-4B05480F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19700"/>
            <a:ext cx="171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53D8753-2C9E-4ECD-90C5-200F900F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43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31E1308-D076-4A1A-A094-5F1D2BDA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171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5D6B107-BE69-44E8-A45D-8374D57F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43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cost savings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D0B764B-BCB3-4D77-A29D-8295E471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Fixed test set: second-half 205; source: routing_cost_comparison_testdata_hybrid_half1_trainval*_openai.csv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4F2DCE7-FF79-42EB-A499-ACFE8927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654094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4985E9-33A6-40D0-BA37-5C566926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Random-control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D9475-E556-4503-B215-DAC6A10F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Random controls showed that natural sampling pushed the router toward nano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89D21-4679-423F-9993-F4EE29BE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A59A1-0E82-4578-B30E-AC8A1816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6310E-9C9D-4AB6-B532-2C5E508B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EEA4E-9CF5-4D5B-8AD6-327344EA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F2227-2BA5-444E-B93E-67BE1622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nano-only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68D18-8786-44D7-A3A9-E26C4E1E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6BBCA-5D28-44C2-9CC5-0048CDF8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F1FD5-0070-4450-8671-7B5FEB44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0DDEF-336F-489D-9767-6A8EDADF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wrong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3A812-BB23-4DA9-BC96-F99711BA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7CD6D-87A6-4B91-9961-94B59E63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60579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139CA-C1E5-4DE7-9568-46CBFC13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181225"/>
            <a:ext cx="5486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DB9D5-3943-49BE-8D54-C954637D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790" y="21336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3C2A1-8E7E-4E76-BDD5-A5F7E836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133600"/>
            <a:ext cx="373570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774C08-E299-4B82-933E-B23E167E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295" y="2181225"/>
            <a:ext cx="367855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35EF01-D2E6-49D7-B63E-ACC8200F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336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CC987-9000-47CF-9CEE-0E338D15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812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3556B8-CBF5-42ED-A0C9-55C36F1E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62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6/2/37/5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892DB-01BA-41F6-89AC-8AAB4B21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62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73.7%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7DA7F6-FAE8-47EF-800A-86D4B99A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62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49.5%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17A4CA-CBF1-438E-94F9-280DE3A8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ABF496-8E75-4B39-B32F-C2736EEA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A20BD6-085C-4808-A34F-CB154EBE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8289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132AD-28E7-4E80-8EC5-CF688536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7813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7C61A2-793D-4656-B42C-B00E948E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2781300"/>
            <a:ext cx="36347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3D0AC9-0316-49E1-B752-26B01AFD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2828925"/>
            <a:ext cx="35775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035D5C-39E7-4DFC-9181-0AF62230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781300"/>
            <a:ext cx="7067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FB4186-0899-4A70-8B62-32889A6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070" y="2828925"/>
            <a:ext cx="64960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AC03A6-581A-486E-97AF-7D07C9A1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98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10/4/72/14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3706AA-8C1E-47F1-9BDE-63874290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9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75.1%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5C0949-09BA-4777-BDCC-23D04362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43.9%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DB38D6-1FD9-4A24-8EBB-2C18A00C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150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AF579F-814B-44B7-9030-303E631C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4711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E74D68-F441-4303-86BD-1F8651E5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76625"/>
            <a:ext cx="4140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9%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935856-1EF6-4B5E-85FF-30423D41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170" y="34290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81683B-EC4C-451F-9871-19CAFE8C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100" y="3429000"/>
            <a:ext cx="35674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5E9E84-D0E2-46FF-B888-299983F5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75" y="3476625"/>
            <a:ext cx="351028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0C53B3-F8F7-4E4C-890B-97C7696C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530" y="3429000"/>
            <a:ext cx="8077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D12026-EE46-434E-AE7F-1A7CC5BF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3105" y="3476625"/>
            <a:ext cx="7505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16%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746D45-9F93-4F9C-9249-C2A42615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575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14/6/106/24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196067-B1F8-419E-B043-CD73A35A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575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584C51-670A-40DC-8FC3-D9D62FBE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575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7F4EF1-EF90-45AB-B61B-9DCE7DC8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200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61B508-1ABB-419D-8377-080D6C84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4795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1E98D6-95D1-4D3C-9E90-686236A2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124325"/>
            <a:ext cx="42243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95A6BD-EC09-4771-AE12-EA874428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4076700"/>
            <a:ext cx="22717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9EA316-0744-433C-AC21-D307479B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4076700"/>
            <a:ext cx="358425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CE7FC4-FF26-4530-9724-41F58681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4124325"/>
            <a:ext cx="352710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A113F2-CB11-4FEF-8502-0A6212EF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4076700"/>
            <a:ext cx="7572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D8451F-1BEC-4231-AF98-320396A9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588" y="4124325"/>
            <a:ext cx="70008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B30BC06-3669-4986-906D-CFD61C17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19/9/142/30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833F48-B6F3-450A-95DB-F812ED3A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052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78DB1A-E527-4C6D-A8C9-7D5D0AB3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052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B2DE18-D913-411A-A3B1-7A25D939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Random50 had only 12% mini-only and 74% both-correct. That is why the random-control router saved more money but lost more accuracy than the critical-heavy size-50 split.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F88EAE-C4CA-41B7-A618-22DC1D5E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routing_split_half1_random_control_trainval*.json and routing_cost_comparison_testdata_hybrid_half1_random_control_trainval*.csv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8DD339-9F14-4A6C-BDCE-55476EB8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566889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D494E3-4F83-42AB-AFF4-97150A89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Bucket ablations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92446-10C5-4E69-8CED-F5D7DBC2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size-50 ablations changed risk posture, not just sample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608BE-1689-4D16-B77C-A09D1B8D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D8C85-6AD8-413C-8108-FBE65DAE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001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986BE-8075-43B8-B7C6-71D34825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Training mix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1301E-CE67-46FC-A562-C309F265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57375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A47BC-13F7-492D-B79C-917A8BC2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57375"/>
            <a:ext cx="122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share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57FC0-DCA3-47CE-AD39-79190390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4B415-8C3A-4340-A520-409FBB39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DC8B5-48EA-4A0D-A7C8-B2E02EB6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57375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BA6E3-62E7-497F-B731-7BD11DB6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5737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Takeaway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0A176-1BE6-4C05-A08A-0E5E9D48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2E940-B762-4823-AB1B-28FDEF3E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balancedish 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9BCB3-0195-46E3-A894-DA413643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479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13/9/14/14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A892C-E245-49A9-8307-3EAA4F13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26/18/28/28%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57D54-9157-4A31-A48D-82CDC4C3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79.0%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0B813-07B1-4B44-A170-D301F900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24.3%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5FAB87-8004-4B6D-90EB-F5131405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82/123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3B6E78-2DA4-40C7-85F7-CADC3E23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479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Most balanced: 79.0% / 24.3%.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748561-383D-4DD5-B6D4-B6152D49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5BCE60-2164-44ED-9050-2C551E35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both-correct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7442BF-3404-48A8-9F56-97881F41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003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19/0/31/0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FE4266-C360-4CB7-A75C-708E5F9F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003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38/0/62/0%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27E10A-2B32-455E-9717-8429E7A9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6721C8-5DE1-45A9-AF6A-B4FF0D52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34.7%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9ABDCA-B462-484A-9F09-18789831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122/83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5E01D5-2BA4-469E-8A09-EFFC48B6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Shifted risk posture.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BB3574-1AD4-455F-9D11-39E50DCF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C7E341-D180-4793-9BA1-D54819E8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528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both-wrong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165CCE-2CA9-44A6-ACD6-5612D241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528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19/0/0/31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DFBDDF-BF06-492F-8C87-64742375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528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38/0/0/62%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24E416-658C-4141-AA8B-645A66DC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78.0%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0E38BD-6D72-4E91-9614-F5AE9599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24.4%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3D0120-15D1-4796-BCEE-876D63FD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85/120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94C26F-AB54-4C63-9585-4DFD8CDD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528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More conservative, but limited savings.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ACD3DA-CB34-4685-819D-A600B5DA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E7A674-BCDB-437B-9ACF-1D566414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both-correct heavy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1FC0BD-D3A8-494C-9075-F9CA9E16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05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5/0/40/5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2C3453-53A1-43AB-91DB-A14F7CB2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052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10/0/80/10%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322CD1-1031-4F67-9A1E-5EBB4B17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2BFB76-6312-4C81-ADB1-3A2D8E15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59.9%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ED8F04-34BB-4AB3-96EE-73A0825A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185/20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C0EB25-FD60-42C5-B6B8-670CDB43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052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Too many cheap-safe examples pushed nano.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C328B2-DC7C-4A50-814F-EFD3488E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0EADF3-84A8-4642-8C20-7DDB72A7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both-wrong heavy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2F5E39-D71A-4958-A385-076BF73A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577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5/0/14/31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A64D87-52D3-46A4-A2F4-85077F94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577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10/0/28/62%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EBE74B-314B-4734-98AA-AD521ACB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74.6%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058B36-0B63-4142-9C84-A93CE424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47.3%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33801A-FD9B-4F87-87FE-B1554F4F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157/48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E943A5-8E38-4A29-BC19-3F3A97EF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577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Shifted risk posture.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9F3AAB-D886-4326-BF01-8FE9EE92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M/N/B/W = mini-only / nano-only / both-correct / both-wrong. The important lever was bucket mix, not merely optimizer choice.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F2AC1E3-2DF8-4933-AB19-719954EE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gepa_router_prompt_result_hybrid_half1_ablation50_*.json and corresponding testdata CSV files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01460BE-A433-428C-BCF7-D9742371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510805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B54C3C-09DF-4C4E-87FF-887634EE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14BF0-69A0-49DE-84E9-82C6E928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soft-prompt router turned routing into a small trainable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0245D-F396-4B8A-8FA8-BB7466BF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520A6-CA5B-421C-94C5-79E120C1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6DFDE-5C25-4E2E-8D9E-0F09C2D6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6F083-947E-4F2C-B603-3E1AD36C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Build routing examples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99341-2FCA-4E85-867D-BFA36592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Each question is paired with mini/nano correctness and cost, then bucketed as mini-only, nano-only, both-correct, or both-wrong.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95B08-33E8-4AAC-9D6D-1CCAC6ED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9C533-A189-40DF-94B4-C161E0F2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5845B-F2F8-4AB2-836F-981EF766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Format the input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1E68D-FE77-42EC-999C-65FD558F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encoder sees category, source, question, and answer options. These runs did not include the nano answer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F3F98-E200-42D2-B304-001ACDA2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0140B-2FAC-45A4-BE09-F5350216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88F37-3C65-47DC-926D-3AE62FC2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Prepend soft tokens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BA1C7-5A52-4457-A29D-B4114187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Sixteen learned embedding vectors are concatenated before the token embeddings; they are not readable words.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424F2-3C1F-4BC1-B679-F36313B0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B0019-6E76-4119-92D2-2FFDE439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5E403B-8064-430F-BD8E-A9CF1716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Classify the route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972A7A-C734-484B-8EBD-0F314CF2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frozen encoder produces a representation, and a small linear head predicts nano vs mini.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F0B78A-1EE8-47AE-8CDD-84570DFF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527A2-6401-4C18-AB33-E44975E4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EC924-E4A8-428B-9DE7-6C54A666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Apply a threshold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89DC6C-500C-4203-BD2A-1BE5DB22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mini probability is compared with a decision threshold; higher threshold routes more examples to nano.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58591D-83EE-453A-B6B9-B14D8D7D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The important shift from prompt GEPA: the policy is no longer a single text instruction. It becomes a learned probability score that can be calibrated after training.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B98101-C310-4C85-B575-A2556915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Implementation: train_softprompt_router.py; SoftPromptRouter.forward prepends learned embeddings and thresholds the mini probability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B0A91D-3BDE-4456-9C03-9284AF49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792716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010585-26A8-4A12-B284-FCA57DA5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3E713-6800-46D2-A534-C6DB6ACE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Backbone and training setup were intentionally small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7CBC0-BF1C-44D8-9E5F-E455D358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44960-8B73-406F-92A3-FB76A32E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EED12-D62B-4BAF-8DFB-EFF08328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Backbone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50A0B-09F5-40A8-A8BA-59334D5A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DistilBERT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3F4D5-1490-4747-9131-66C565AA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distilbert-base-uncased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04665-3FB8-493E-BAF1-FB409256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6BE30-B327-46ED-A192-AA0DF681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Backbone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D6F8B-F9A6-4CE9-8419-24837F46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frozen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CC7B2-CF43-4BFD-BBE8-F90B693D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train_backbone = false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E01CC-3171-4051-8F6F-51168B42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06003-96C4-4E04-8D8C-7987A08E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 tokens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94ADA-0A7F-4CA8-A35B-EC9F84D9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7D8E3-1387-4ADD-8886-4B77E993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learned prompt embeddings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30A7CF-E7DC-47AD-AF22-54B24DD5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F1C70-C732-458E-A653-6B3EC60F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Trainable params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D1F28-9FEC-45E0-933F-6AF2A3D0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13.8k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FF03A8-C2F7-470A-8911-EF0D9B61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out of 66.4M total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571E6-6F9F-413D-B576-04841A05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8AF9BD-B0BD-4813-9019-719FEB3E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052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Component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8F533E-15F9-4D1B-83ED-D278472F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05225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What it did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92477E-8030-4901-A910-743B6F65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05225"/>
            <a:ext cx="441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Key setting in best 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12E55C-74D9-444A-A210-7AB1892D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919E6E-94D0-410C-82C7-A26903D8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Input encoder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9CDD2B-24A9-415D-83EB-B05F0A60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Tokenized question/options into a transformer sequence.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408D26-4EEF-4EA4-9E85-2765FDE3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max_length 384; no nano-answer text included.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EF1717-64AC-473D-BD3D-72BBF791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FD7625-6BB9-4109-814E-D934C167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Soft 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DE82F1-77BC-4ADD-881F-6F459F10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529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Added task-specific learned vectors before the real tokens.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F3F749-525B-45CC-9C85-705F05DC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 vectors of DistilBERT hidden size.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AF83B4-1B89-41C6-9973-306E6EC2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5FBAC5-7A65-40AF-B919-78504F85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01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Classifier head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7D84CF-3864-47BB-A2AA-66666131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Mapped the encoder state to nano/mini logits.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0DC7C1-B9F8-4940-AB6A-FA5809F7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01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Linear layer over the first real token state after soft tokens.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B943B4-4A50-4066-B99E-6C4C4F7C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29B97C-8C50-496F-8A05-ADC40735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673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Training objective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21AD31-6C6E-4283-A75C-022AB995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673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Optimized routing utility rather than just accuracy.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DE606B-B839-4692-98F5-75996038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673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expected_utility loss; target mini rate 0.25; mini penalty 0.4.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207842-D778-49F3-89DE-6EDA1CC9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C3E832-6EC8-42BB-B9FB-BD8172F6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Decision rule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E72354-DB51-4950-9B3B-EA82F4A3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245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Converted mini probability into a discrete route.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FD1A76-BF1D-4028-BC87-D615DB02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245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threshold 0.45 for the selected 205-test run.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06C203-0E9A-461F-A12E-DDE21651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Best-run args: hf_model distilbert-base-uncased, epochs 8, batch 8, learning_rate 0.01, train_backbone false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14F44E-4485-490E-9C1E-3BD063DD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884518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F4CD0C-2BF4-4C67-8CF8-E4D76009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follow-up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5AB46-465D-4FF9-97AF-33F1B57E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Soft prompt was added as a trainable router after the prompt sweeps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EF431-7744-498B-8CD8-75FB8E47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A8551-EADC-4AB6-81A6-123CDB1A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56BF9-8B7C-4966-8E52-09E78C10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Model 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805AE-C829-4EDE-8766-2773F95F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frozen encoder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86D73-F0DC-4CC4-9474-D17EF020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trainable soft tokens + classifier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4ABDF-A708-4C9E-8F85-16C62880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CF23B-9559-404C-90B5-A8F48C67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Initial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D5994-38CB-4FB8-8C5E-C31A30D6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40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61E96-2DDA-4E28-8849-57705054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same half1 trainval50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BE031-09D0-4447-86D4-065D71CF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378DE-9D25-4718-9EC0-275076AE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Best heldout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90CD5C-398D-485C-BB67-C7E4272E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019FA-5D61-4375-AFFE-38EBA903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205-test 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C43D1-25C0-49F1-8E37-82FCE0C1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D4341C-77F9-421E-97FD-CB663C2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Best savings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F2D46-8650-4943-9CE4-10CC8715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E12D77-C632-41D2-A7FE-63FDFC4B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95 nano / 110 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CE40F-DE89-4085-98F7-5ED59A98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1191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40E0E2-E088-4D70-AF96-DDCA4FBF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142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9A8EB3-DA53-4F1E-B4EB-3D441A55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train/val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695405-C34C-477B-B55A-FBEE7085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81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983A00-1F04-43D2-8F2C-09278C2E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AE1B08-FD7A-45D9-AB99-9A0E4E4D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CEC16A-05E0-4541-9805-3E7B0187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81425"/>
            <a:ext cx="847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57BE16-7A0B-4FB3-A1C0-0F6F9610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81425"/>
            <a:ext cx="657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critical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14646A-FAE5-4E79-ABF4-08DB8730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814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Interpretation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4AEAC4-FA21-4266-983E-D8AD36D6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D2553A-77E9-4FDC-BD9B-22BC728F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half1 trainval50 smoke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39E5C1-DF8E-4AF5-83F2-3E1C72BA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40/10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FC547B-D21C-44BF-92B0-5AF03AD4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71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B49F41-4EF8-48BF-814C-614BD2DD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80.0%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1E7B4D-1C18-468F-A46E-04EE34C8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5.3%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736311-8DDE-42D1-AF8C-8882E794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7195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14/191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9F3A8C-6DDF-46CF-8A3D-73D44018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7195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FB0794-FD1B-4DDA-B1A3-B0903561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719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Accuracy-preserving, too conservative.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2E0A65-6099-4822-8B32-806B3515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5B1592-D5ED-4C27-91D5-A49F9D6C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2440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balanced50 risk EU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2BB41E-B292-454D-A6EC-7A6F85DD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38/12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3BF497-97E9-4264-81C8-08AF83D3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244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3E85E0-5E42-4059-8A15-71F5ED96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8B8B0A-03F8-4F95-8D62-A40B1AE3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93C67F-1953-4C16-9662-0EB56CEC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2440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95/110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5AC127-2A30-4E81-ABCF-38C7F1E9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2440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938DC1-E77D-446C-8979-4B3141E7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2440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Best usable trade-off.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209AAE-23BF-499C-823E-2BB84A97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8867AB-67A9-460E-8585-2D6F7988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768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first205 random50 risk EU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68CB4F-8DE4-429D-9978-742A63D3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50/0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37738A-2BAE-48EC-8395-661E1616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768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545E6B-3F0F-4D00-A842-15469171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225A41-C38C-4DDE-BE45-3519D775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63.4%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8D2C47-F0A8-49A3-8A53-E1E68819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7685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169/36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E63C23-DE89-42A5-8848-F6E277F5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7685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8A3897-FBB2-4C35-98B1-7F0F83C9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768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Cheap but unsafe.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839EAA-B834-4127-88E8-64D6C564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softprompt_router_half1_trainval50_test_smoke.json, softprompt_router_balanced50_risk_best_expected_utility_test205.json, softprompt_router_first205_random50_seed0_risk_expected_utility.json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6D75B9-1C01-4075-9CF8-8E2289F4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239137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D777AF-AAB1-41D8-BDD3-4829BC4B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Threshold sweep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ACE2D-3E4B-4CEC-B838-FB9B62E8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soft-prompt threshold exposed a smoother risk-cost frontier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EEAF2-FC26-4818-AA8D-B54CE9F2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A23FD-C1BD-43ED-AEAC-615BB5FA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B9AB4-8558-4FE4-8A3E-5DF2C20A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E6151-06C2-4704-BD94-9ECEC6AA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81146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B3D53-3E25-41FC-BEC0-AE2FDA7D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87860-F879-4FA3-A0B5-8A357E06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A5BCB-BE9F-421F-AE9C-A00F549D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05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80.5%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C2577-BFDB-45BB-8CC0-4D8158A8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478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0.0%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4FC45-C641-47EC-9A5B-51558535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14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B127D-9E1B-4FC7-B1E0-143CBFE9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9627B-3D83-469D-950D-B729DFAD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28289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2573A-BE1E-4FB8-80EA-B1AC7B9A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6B91AD-D9F4-4605-BD8E-55DA649C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373261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3D6577-5ABF-4E59-B89D-1D7CC405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05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81.0%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98EF1-5E6C-4A0A-8EAD-950EA168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479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9.5%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018AB4-DB5B-4A54-9069-43C93E09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8BF78-013C-421D-8B6B-DA4E1D93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58C729-E021-4A0E-B9F7-FDCF5241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286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042EE1-B106-4AB4-BC8A-D90584E2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32F560-EDAB-4591-912D-506AE19B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66008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74EA05-0DAD-4658-B26C-E14A3354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0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82.0%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117FA0-A472-4765-92AF-D804DCBB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479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16.8%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8C064B-FFB0-4923-8271-A903C45D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0.35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4D3270-B51A-4111-8817-18C37647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1543E4-61DC-4DE3-9D78-CECB0FAE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286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23002E-90C8-4B00-BCFD-07E41CD7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6661AF-3554-491F-8EF6-9621407B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96654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261043-28A3-4510-94B9-85B1AA6C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051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82.0%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4D531E-405B-4DBE-9147-22B9D5D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480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24.6%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8AC39F-1FB5-4DEB-979A-10D1F3F6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147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0.45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5CE76D-4725-4255-A1CF-FE0320ED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CF9B5B-2AE9-46E8-8239-DB85185C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28289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D33C58-D36E-4696-95EC-44BA6FC9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1444D6-2EFB-4F05-9ACD-905EDD4C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159519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41F8E6-F16C-49A0-9130-8CFBEE85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052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81.0%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120B2A-A4A2-4248-A4C0-93A2784C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480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A21DEC-B353-4253-9A1B-ACF85995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09750"/>
            <a:ext cx="500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EF6532-C993-4B47-8BCF-CFD1CF8A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145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Threshold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1D38C7-9AE5-4AEC-A58B-188B1166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145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B1206B-DE3B-426A-8B81-56A3A899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145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0F6A31-0A89-4A39-A719-61594B46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145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2F26B4-69B6-4F9B-B6F5-2A4B7D2F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1452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Mean score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534E86-14EE-44F9-8BD4-41F63C91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B2914B-322A-40B5-B3AE-F7D3DDEF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C69ABF-6D45-47E0-B463-AB8F8FAC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0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89077F-AD98-422B-B8C5-AA62CF23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30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D37317-2B24-413F-B1F3-EB6682FC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050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0/205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AD5417-C395-4FDE-B903-970177EA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050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0.387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0F8DA1-FCF8-4151-9C2D-EE4F954A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051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19D3AD-7173-49F7-B234-0E4CBF91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03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E63BBDD-404E-4AD0-B3E1-1A03ED0C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00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81.0%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DA3D2A-500B-42E8-9056-22DD4B3B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00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2B877C8-BB64-49DE-8131-D78056EC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003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29/176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9C6FB8F-5235-43B5-9B53-77A0B647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003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0.460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6C52DD-0016-41A2-B0B4-3422BAC9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04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F78984-ED57-4A9C-9386-D75406DF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956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D636FCF-D1C9-48C2-917D-0990645D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956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82.0%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22AD0D8-2B9F-4317-B0F3-82A0CE1D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956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16.8%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9E0AA5-F8FD-4C34-8AE0-C868640F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2956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46/159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E80B6F5-7248-4CE1-B3DC-35D17586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956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0.505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760EAB9-6FF9-424C-9C31-B4FEF856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957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E0030A5-6BEA-470B-824A-41524447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909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CCF66CA-5E59-4E69-A12F-2E2B9842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790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82.0%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A505828-10AF-4EDA-8736-0D19C9EC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790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24.6%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78E787F-4B31-41B3-BD1E-9F7F2EEB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7909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66/139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95564A3-FD93-4128-8C46-3E06AE53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909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0.551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CDC15CD-9C5E-4EA4-BCF3-94EE5FF7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910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38ADF32-28CF-46DA-8711-B596D3FF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862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0.45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051DE3C-F181-4590-AB50-D3159359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86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9EC534F-C6B5-42FB-86BB-4661EBDB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86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32A8803-C278-4FE3-94D2-F992F7FE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2862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95/110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A598E02-E458-485E-B94B-C09B7558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862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0.556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41C2871-F283-4F80-806F-2D387B79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Unlike a single prompt, the soft-prompt router can move along a threshold curve. The selected 0.45 point traded one accuracy point for a much larger cost reduction.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AAD745E-A0D9-45DE-97BA-2DDB5DD7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Threshold rows from softprompt_router_balanced50_risk_best_expected_utility_test205.json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466575D-0E88-4B8F-BD7C-44028A27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708779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5EDA2A-0058-456A-9AE7-264C3A8C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14435-3C92-425B-9332-EE1F1AA4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What the combined story says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C2138-6E86-462A-8882-C4253CA2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8D4C8-FFE4-40DE-BD84-F868A135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78E33-B47A-42AC-A7EE-107852BB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Finding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D8D36-2C7E-4A45-A860-37799BBE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57375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CE3C0-BE75-4FA1-AC9B-8E45EF33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394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Implication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71D8A-BB9A-4544-BE8E-3FC1535A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F4D89-090E-44EE-B560-DF18654C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Data mix dominated the prompt-router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BF4A1-0916-4DA2-B3B7-427BFC38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mini-only share fell from 76.0% to 9.5% across the size sweep.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82869-A520-4645-96C7-909FC9E4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Do not treat larger train/val size as automatically better.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B19AD-A48A-4279-B44A-25C2F62C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111E6-B62C-4D23-A38A-9E22708A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908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Size 50 remained the clean prompt-router anchor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39BB3-A4E1-4939-90C2-99A22619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908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80.0% accuracy, 12.6% savings, 45/160 routes.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07B82-326B-4C66-98D3-C2C399B9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It preserved accuracy because critical examples were over-represented.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8AAF2-2868-4BA4-B55A-200049CC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5D231-D54E-4BE9-98D7-CE0F8584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Soft prompt improved the trade-off frontier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91CCE-5C34-4CAE-A236-2FBDBCEE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81.0% accuracy, 40.6% savings, 95/110 routes.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647EA8-4B5A-49EB-B6D5-5DDFCFA1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338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Trainable thresholding was more useful than another static prompt variant.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927FA-B6D9-4CAA-A2EA-4235CD0A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61250F-7DC0-4897-9601-3A4E1633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Random soft prompt was unsafe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D81DE5-1A5E-4F0D-B5B9-8A78C076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71.2% accuracy, 63.4% savings, 24 critical misroutes.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690429-DF38-4E50-9038-03752AD6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The training mix still matters even with a learned router.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462979-D9D3-419E-AE47-A93F0F5B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Next experiment: keep the fixed 205-test set, sweep bucket mix and soft-prompt threshold together, and report accuracy loss, cost savings, and critical misroutes as a single scorecard.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157DEB-C1BE-4A25-BE59-43C1D125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Scope: first-half 205 train/validation experiments plus later soft-prompt follow-up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0C42C9-CA7C-4113-BF03-62DBDB18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060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2026-07-14T17:31:14.3750000Z</dcterms:created>
  <dcterms:modified xsi:type="dcterms:W3CDTF">2026-07-14T17:31:14.3750000Z</dcterms:modified>
</coreProperties>
</file>