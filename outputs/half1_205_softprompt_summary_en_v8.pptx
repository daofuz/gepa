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df69663cf4a43" /><Relationship Type="http://schemas.openxmlformats.org/officeDocument/2006/relationships/extended-properties" Target="/docProps/app.xml" Id="R084cc1bbf62b40cf" /><Relationship Type="http://schemas.openxmlformats.org/officeDocument/2006/relationships/officeDocument" Target="/ppt/presentation.xml" Id="Rddcfc713ed2942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2d574a23d40e6"/>
  </p:sldMasterIdLst>
  <p:notesMasterIdLst>
    <p:notesMasterId xmlns:r="http://schemas.openxmlformats.org/officeDocument/2006/relationships" r:id="R8e59dada51da435a"/>
  </p:notesMasterIdLst>
  <p:sldIdLst>
    <p:sldId xmlns:r="http://schemas.openxmlformats.org/officeDocument/2006/relationships" id="256" r:id="Rc154bcf52e6b4733"/>
    <p:sldId xmlns:r="http://schemas.openxmlformats.org/officeDocument/2006/relationships" id="257" r:id="Rc46b99cb83254902"/>
    <p:sldId xmlns:r="http://schemas.openxmlformats.org/officeDocument/2006/relationships" id="258" r:id="R85751daef91e417e"/>
    <p:sldId xmlns:r="http://schemas.openxmlformats.org/officeDocument/2006/relationships" id="259" r:id="R14ef80dbf477485d"/>
    <p:sldId xmlns:r="http://schemas.openxmlformats.org/officeDocument/2006/relationships" id="260" r:id="Ref348e63c4e64f67"/>
    <p:sldId xmlns:r="http://schemas.openxmlformats.org/officeDocument/2006/relationships" id="261" r:id="R91c205b9d03a40a7"/>
    <p:sldId xmlns:r="http://schemas.openxmlformats.org/officeDocument/2006/relationships" id="262" r:id="R03d13306be2a4031"/>
    <p:sldId xmlns:r="http://schemas.openxmlformats.org/officeDocument/2006/relationships" id="263" r:id="Rcec00ba5eea34aac"/>
    <p:sldId xmlns:r="http://schemas.openxmlformats.org/officeDocument/2006/relationships" id="264" r:id="Rf23804aa69db4db5"/>
    <p:sldId xmlns:r="http://schemas.openxmlformats.org/officeDocument/2006/relationships" id="265" r:id="Rcffa1ee0e69b4202"/>
    <p:sldId xmlns:r="http://schemas.openxmlformats.org/officeDocument/2006/relationships" id="266" r:id="R0c426be3af5d4383"/>
    <p:sldId xmlns:r="http://schemas.openxmlformats.org/officeDocument/2006/relationships" id="267" r:id="Rb4fa4f05659e40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5a4460eb404287" /><Relationship Type="http://schemas.openxmlformats.org/officeDocument/2006/relationships/slideMaster" Target="/ppt/slideMasters/slideMaster1.xml" Id="Ra212d574a23d40e6" /><Relationship Type="http://schemas.openxmlformats.org/officeDocument/2006/relationships/notesMaster" Target="/ppt/notesMasters/notesMaster1.xml" Id="R8e59dada51da435a" /><Relationship Type="http://schemas.openxmlformats.org/officeDocument/2006/relationships/presProps" Target="/ppt/presProps.xml" Id="R7a9a9f9aeee249cf" /><Relationship Type="http://schemas.openxmlformats.org/officeDocument/2006/relationships/tableStyles" Target="/ppt/tableStyles.xml" Id="Ra5d5f23b793b4d34" /><Relationship Type="http://schemas.openxmlformats.org/officeDocument/2006/relationships/slide" Target="/ppt/slides/slide1.xml" Id="Rc154bcf52e6b4733" /><Relationship Type="http://schemas.openxmlformats.org/officeDocument/2006/relationships/slide" Target="/ppt/slides/slide2.xml" Id="Rc46b99cb83254902" /><Relationship Type="http://schemas.openxmlformats.org/officeDocument/2006/relationships/slide" Target="/ppt/slides/slide3.xml" Id="R85751daef91e417e" /><Relationship Type="http://schemas.openxmlformats.org/officeDocument/2006/relationships/slide" Target="/ppt/slides/slide4.xml" Id="R14ef80dbf477485d" /><Relationship Type="http://schemas.openxmlformats.org/officeDocument/2006/relationships/slide" Target="/ppt/slides/slide5.xml" Id="Ref348e63c4e64f67" /><Relationship Type="http://schemas.openxmlformats.org/officeDocument/2006/relationships/slide" Target="/ppt/slides/slide6.xml" Id="R91c205b9d03a40a7" /><Relationship Type="http://schemas.openxmlformats.org/officeDocument/2006/relationships/slide" Target="/ppt/slides/slide7.xml" Id="R03d13306be2a4031" /><Relationship Type="http://schemas.openxmlformats.org/officeDocument/2006/relationships/slide" Target="/ppt/slides/slide8.xml" Id="Rcec00ba5eea34aac" /><Relationship Type="http://schemas.openxmlformats.org/officeDocument/2006/relationships/slide" Target="/ppt/slides/slide9.xml" Id="Rf23804aa69db4db5" /><Relationship Type="http://schemas.openxmlformats.org/officeDocument/2006/relationships/slide" Target="/ppt/slides/slide10.xml" Id="Rcffa1ee0e69b4202" /><Relationship Type="http://schemas.openxmlformats.org/officeDocument/2006/relationships/slide" Target="/ppt/slides/slide11.xml" Id="R0c426be3af5d4383" /><Relationship Type="http://schemas.openxmlformats.org/officeDocument/2006/relationships/slide" Target="/ppt/slides/slide12.xml" Id="Rb4fa4f05659e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43fe4d939e41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eb16274e1b45a4" /><Relationship Type="http://schemas.openxmlformats.org/officeDocument/2006/relationships/notesMaster" Target="/ppt/notesMasters/notesMaster1.xml" Id="Rb70f33434b5b41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88943056a04286" /><Relationship Type="http://schemas.openxmlformats.org/officeDocument/2006/relationships/notesMaster" Target="/ppt/notesMasters/notesMaster1.xml" Id="Rf3a2d4250e664d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fadc9f39b546f4" /><Relationship Type="http://schemas.openxmlformats.org/officeDocument/2006/relationships/notesMaster" Target="/ppt/notesMasters/notesMaster1.xml" Id="Rbaa756235f954b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ad4b1232f7f42b2" /><Relationship Type="http://schemas.openxmlformats.org/officeDocument/2006/relationships/notesMaster" Target="/ppt/notesMasters/notesMaster1.xml" Id="Rcff7b505d2ef4f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161655939841ab" /><Relationship Type="http://schemas.openxmlformats.org/officeDocument/2006/relationships/notesMaster" Target="/ppt/notesMasters/notesMaster1.xml" Id="R439da351878442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4281f933c45bb" /><Relationship Type="http://schemas.openxmlformats.org/officeDocument/2006/relationships/notesMaster" Target="/ppt/notesMasters/notesMaster1.xml" Id="Ra785100c47f84f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bf2156cbf44fc1" /><Relationship Type="http://schemas.openxmlformats.org/officeDocument/2006/relationships/notesMaster" Target="/ppt/notesMasters/notesMaster1.xml" Id="Reaca0063769043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2c1a58b77d4aea" /><Relationship Type="http://schemas.openxmlformats.org/officeDocument/2006/relationships/notesMaster" Target="/ppt/notesMasters/notesMaster1.xml" Id="Rfbc15e56ac1f43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ac47b8aba4e4e57" /><Relationship Type="http://schemas.openxmlformats.org/officeDocument/2006/relationships/notesMaster" Target="/ppt/notesMasters/notesMaster1.xml" Id="R08188092ae394e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ede400071b8414b" /><Relationship Type="http://schemas.openxmlformats.org/officeDocument/2006/relationships/notesMaster" Target="/ppt/notesMasters/notesMaster1.xml" Id="Rd32a964d16f144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4587c6d8c848fd" /><Relationship Type="http://schemas.openxmlformats.org/officeDocument/2006/relationships/notesMaster" Target="/ppt/notesMasters/notesMaster1.xml" Id="Rd28413b673bf4c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aa5ca9341ee4397" /><Relationship Type="http://schemas.openxmlformats.org/officeDocument/2006/relationships/notesMaster" Target="/ppt/notesMasters/notesMaster1.xml" Id="R4fa6391deb774e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1160543df34d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c96988d6b64140" /><Relationship Type="http://schemas.openxmlformats.org/officeDocument/2006/relationships/slideLayout" Target="/ppt/slideLayouts/slideLayout1.xml" Id="Re81ed89edd1d44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1ed89edd1d44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3251e569c4d19" /><Relationship Type="http://schemas.openxmlformats.org/officeDocument/2006/relationships/notesSlide" Target="/ppt/notesSlides/notesSlide1.xml" Id="R6e7a700e6df444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baa1315604de2" /><Relationship Type="http://schemas.openxmlformats.org/officeDocument/2006/relationships/notesSlide" Target="/ppt/notesSlides/notesSlide2.xml" Id="R084fdd63f54347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e96d7db9284a92" /><Relationship Type="http://schemas.openxmlformats.org/officeDocument/2006/relationships/notesSlide" Target="/ppt/notesSlides/notesSlide3.xml" Id="Rec8396710b844e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df837520224e50" /><Relationship Type="http://schemas.openxmlformats.org/officeDocument/2006/relationships/notesSlide" Target="/ppt/notesSlides/notesSlide4.xml" Id="Rc2de40846b914c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8ab72685542b2" /><Relationship Type="http://schemas.openxmlformats.org/officeDocument/2006/relationships/notesSlide" Target="/ppt/notesSlides/notesSlide5.xml" Id="R908ea5669c784a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9fbfabe7be4409" /><Relationship Type="http://schemas.openxmlformats.org/officeDocument/2006/relationships/notesSlide" Target="/ppt/notesSlides/notesSlide6.xml" Id="Rdd474a8aebff4e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662f1919b4fdd" /><Relationship Type="http://schemas.openxmlformats.org/officeDocument/2006/relationships/notesSlide" Target="/ppt/notesSlides/notesSlide7.xml" Id="R6a60c9b6a20941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122d5df8a4b36" /><Relationship Type="http://schemas.openxmlformats.org/officeDocument/2006/relationships/notesSlide" Target="/ppt/notesSlides/notesSlide8.xml" Id="R1ebc91c49b774c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40550fe4f439d" /><Relationship Type="http://schemas.openxmlformats.org/officeDocument/2006/relationships/notesSlide" Target="/ppt/notesSlides/notesSlide9.xml" Id="R1b3cf14feeb649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226b39a1c484b" /><Relationship Type="http://schemas.openxmlformats.org/officeDocument/2006/relationships/notesSlide" Target="/ppt/notesSlides/notesSlide10.xml" Id="R07e6dd866f5445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09de8ff9b4562" /><Relationship Type="http://schemas.openxmlformats.org/officeDocument/2006/relationships/notesSlide" Target="/ppt/notesSlides/notesSlide11.xml" Id="R1ae1754f65d349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5912910cc44afb" /><Relationship Type="http://schemas.openxmlformats.org/officeDocument/2006/relationships/notesSlide" Target="/ppt/notesSlides/notesSlide12.xml" Id="R1c7648c7cc7e47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5E9B3F-62E5-4597-A095-DA38EEEC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2F062-BD2C-4601-BB09-95880164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2B61A-A64C-4BB7-B374-12B05A9B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7AF40-E2A8-46D0-A517-7B4ACC82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41756-3599-4369-8B55-FCB78626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13A41-6302-490A-96DE-B6FB4AD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702AF-0544-4DEE-ABF4-50F3A54D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1AF06B-5FDB-429E-AD3D-04799CCC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6F802-5092-469D-99A6-CC243B12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D3114-A75B-499A-B565-059E7F1E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C49C15-72C7-4AC9-AAD1-2377455A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B4A7AD-BE4F-4ED2-AA15-6A6805E1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6BD592-587B-4E2D-BADB-1D488603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87800-E08C-48D0-927B-7FDF1949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1B0DF-A9B7-4493-A4B3-9B1AA10C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749CA-4848-48C5-A0F9-88632BF3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AA36AC-1C9A-48AD-AEC6-1FC1039F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8F4B08-2DEE-4DDE-BB4A-41CBCB3D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89F9B1-E91F-4B19-B9B9-89E90B9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371F55-D890-4DE5-A8BA-682B4F45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AD6D56-D428-448D-85FC-8534613A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552A3-D9F3-431A-9237-0D256980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2439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F5EF0-6E4E-4E92-8843-F4028ED6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26516-0076-4A0E-AFEC-466515AF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A741F-2E58-4CDC-B90C-D64DB412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5AC32D-66B5-4ABC-9505-59C4C32C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2AD13-C716-4F2F-8595-05D52250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B47700-673B-4A6E-B5F4-003C9CDD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BCE96-BA38-41F3-8C34-E9AB9349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2257CA-4579-4A99-8D0E-7E0970D82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D7889-D67B-4F8B-BCCF-B9C49786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F38EB-B4A6-430F-8963-3FCA9B56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1D052-6AB9-4A2D-9055-09553CF0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8C22B8-D6CA-4B48-950F-880E03A6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08717-1D9F-4EFC-80C0-4F674CEF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AE07C7-A927-4E00-B58B-9B536E7C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3A6A24-5EBD-49EA-A03F-B731669B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4B043-E5E8-4101-A44A-8C7806F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E1704-AAF9-4C82-B8CB-534FFB1E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1FE27-680B-4F2F-945F-5136419E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7C5D02-C9CA-4609-8B39-DA48F6EB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63432E-7C44-4E9F-BD95-E231FC11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CF6AD-8381-4DBF-8614-BD6C431D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9C6A5-52D3-43C4-BA48-B31FCBC1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C539D-9A21-4742-9FB5-250614CF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CEC982-2D37-49FF-B62D-A6DB7836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D542FE-1C30-4829-A6FA-EC531B0F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9466A-9983-4078-A1BC-E3C9D688C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E8256C-F71C-4FEF-8ABB-3A56BC7A1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93FE41-B407-4241-91F5-6BD275D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EA67D8-4F94-4128-AC1F-D6EE5DD5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34D39A-3A72-40A3-95C5-50230A2F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BE12EB-5EB1-489D-A919-382FFB86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914000-BC58-48B8-B837-52181A56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A51C06-939D-42CB-942D-315C9390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A2E200-D685-4B82-AD9B-B242AF45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FA2E3-158F-4612-AC21-749AC074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514D2A-8DB7-483A-B377-95819B7B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7FF1D4-9049-44DF-8061-4DAFC8D9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3AC8CB-722E-4ED5-BC44-F51ADE83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BD6B0F-735E-4D86-927B-95419E3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44594B-3125-485D-8865-F4350C0F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240BCDC-8C1F-4089-B7D6-C5437865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19493C-05D7-43A2-A403-55864C6B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9FA2303-AE4F-4423-BEAA-89C3FF29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07BA6C-5D57-40FF-A4F9-129C05F1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D0B797-2D1C-49A6-9B9E-2435DA72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420C619-E4D5-48B3-8C7B-4EE10EC7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E448E7-2C69-4FAC-81DB-7019A3AF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61E33F-0DDF-4D86-8A36-335D19C5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391074-86B6-4D3D-8B53-ECD9EAF7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68953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009E3E-C751-480C-AC87-7EA28727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4FE05-0259-40E9-BD09-1F6AB872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D7B6C-F13B-45B3-AF17-4B20C858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0185D8-F4E1-4665-BFBE-C11CA6A0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EC099-958A-4923-976E-B5D04E6C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FC8F2-782E-4EE7-9389-A297C72C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BF701-BA3C-40FD-BC93-F62229A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B215F-2CBD-4D2B-BCDC-FF4687E4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6FC3A8-99D3-4678-80DF-A04042D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3C7EA-17F6-436B-A842-34EC779E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45A195-1153-4587-8E28-DB824689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92C0C-F418-4EE6-821E-8BE4FC38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2FE9A-4E62-4D60-9BE1-F88D791E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A6B578-E182-411B-B302-642AB978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057973-439A-4B00-B7F4-4796AAE9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3D939-FD6E-453E-99AA-439DCAA2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4A0AB-EA71-458C-A5CA-A822C1D4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C8488-EC7F-4871-884A-F6EC480D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62D553-7CE7-405D-9855-9F34CCFD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100885-BEF8-43BB-8CC7-8E696145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6890F-4CC0-422E-BECD-DD2B2C74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89D8B-1B90-46ED-8650-FB0DEEF4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BC8571-0959-412F-ACD7-291376D6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16F112-5B86-450C-BD10-4DFFE0B7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22B41-4492-4AD5-9268-2C1319EC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2B80D2-45B2-4128-876E-8A2598D6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89265-CB35-4172-9169-6C736985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E1A659-2B53-430F-BC6E-69726F4B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4B9703-BE7D-4DCE-9CAB-BEFB41DE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8AADF6-92A8-4776-9289-B19C5475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212867-84BA-4738-B7ED-D5E81624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B66A73-FA09-4213-9AF3-BC832727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EADDD6-7E04-4991-A45F-B77956B6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2E20EC-7B57-4221-9CE1-1AC34859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18155F-AB4E-4B5B-8238-0E3F1F6A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6BAC5B-DD3D-401C-958A-DBACAD16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5E0FE-80A1-41A4-99F4-8A0DF72A7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0C63D6-9E54-4E0B-A91E-7C3B6D60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B48DFD-7C08-419D-8BCD-67351059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265181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9AE690-B229-45AA-B2EA-90F63130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CA446-0221-461D-868F-851B3E18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Larger samples were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3910B-4E49-40D6-9C3A-94FC24C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1F066D-8B85-4077-90E6-80CA7132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74664-8518-4234-A403-E3049158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126B2-0803-494A-AFF6-D254EE4C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359EA-816D-4145-A409-9476400B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A16B06-B8CF-4FED-ADE2-59A44AA7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4FAAF-2961-440B-A4E3-D775D12DD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097E5-A6FD-494D-848B-6B075E3D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0A3C1-B087-4240-BB36-F31E7505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B0870D-912A-4335-A053-3A40F576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AC081-4245-476E-9554-E38E2352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053F9-4C44-477D-AEB0-274E300D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15820-FE37-4E7C-8504-3D9269F3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3BF16-7519-4ED4-AADD-227CF765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02A22-CA31-49D8-B482-F4A5BF12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6E9822-B321-4B5C-9F50-135A0E8D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F0892A-0AEF-4A18-9386-644D0B4B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2DAA0-3B63-4FA2-925F-4FBE7E0D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4D7A2-D820-4A92-BC98-E7D228BD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0E856F-C768-40A6-8F7B-F2CB507F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D649EF-2426-43EE-83C6-A2B6A694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D2A0C-FC5B-4E86-92FF-56362A92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CD5434-BB8E-40D5-ABB4-857A0EF6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0C8963-846E-4CA4-884F-376487FC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99456F-3326-43E2-8D5E-6835BE2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F4A0DB-71B3-4EEA-A46E-045D90D7D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F578A6A-939B-4647-A765-FBABD408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89AE7E-3FBC-4C8F-9B0F-96ACC7D5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1AD98E-8726-4AD2-AB45-ED881E67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3BC174-6144-4B00-A09B-4F5B8F3C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301FDA-0677-4430-B7C4-902BDB8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D88389-5EA7-4D74-8849-58920DD5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E0D457-F013-44B0-AFC9-467C29D5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3139EC-85B2-4819-8B39-EED94441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A2B74-71C1-43BA-9C92-A8E35189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9E22EF-2523-4C72-A5ED-E3D0676A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AE358A-3539-4A93-9B2C-BCCE8E83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DF090C-2440-4019-AA46-BF5C1B108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BF90A7-C0EB-45C8-B2D4-666B9457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07E53F-FDD4-4D99-B050-5B45AC07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FA9CD0-4435-400B-AF39-04BB73FC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283C2FA-81AB-4F34-80BB-71825B37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8DC80C2-58AF-4EA5-8D50-93085BE8C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D2DFF5-9F01-4A21-8B85-BCB35A06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0EF2A5-6BBB-49D1-A1E0-32147E07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28C605-A675-4C93-8E30-E637783A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CD6C7E-0D7E-4E93-95A0-06837ED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F66B5E-309E-430E-9EA5-A9663A27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2ABD532-9E54-4D0F-BE8C-2D5A6DBB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7C7961-E9F9-479E-991C-CE7C79BB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206DD0-9E9A-4C52-B64C-A782DB21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9FE6AC2-559E-42DB-B7DC-5AAB4495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419EC2-879F-4719-937F-F03FDF2C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B2CC7E-6905-4DED-A758-21EAECB0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7BE1F32-9782-45C0-8927-94843EA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D66608-C6D5-43C6-B880-9031538C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17A4EF-3E02-4AED-A2AB-0B0184DB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8A35039-3843-4E7A-A1E4-3508DF73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Size 50 best preserved accuracy. At larger sizes, the falling critical share and rising both-correct share pushed the router toward nano-heavy policies.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E81ADF-34E1-42DD-ADC2-44CDA523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60BDBF-34BC-4EF0-B6FC-02F154D4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6199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11C311-9176-4E1E-81D1-37BDE49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9A595-A70E-440D-A7A7-CAB83ABE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8997FD-7F0A-4E86-8DA6-DB58616A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E595E-7116-460D-8EA3-BF880B1B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D7875-AB2D-4FF6-986D-F0D3F8C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37D1B-F0C3-4380-840A-CDF3B47E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8BD74D-00E6-495B-BB9C-70C875DE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A93DF-5F48-4F46-8C52-AD06F3CF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014CCB-641A-42AE-8055-28902886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C21863-940A-4EAB-9F1B-9BB45481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D1009-D3FB-4F24-9ECA-5B700E00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56A7AE-FD24-4B96-A56D-289B7505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1AF572-6E08-4A71-836B-63382DD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607BA-C82E-4D60-9C61-BFE577A0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02862B-5B94-4853-B4F1-6E1EAF4A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B185CD-9991-419B-8EC8-2D613FE0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125954-A4AA-4853-ADFE-CF19B415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EAA8F3-DAB5-44D4-A201-4A78BBD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56FB7-379B-45F5-A67A-D6716F11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82875-DA18-4D3A-A743-F92AA8C2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4B6003-F452-487B-9C2F-DE780D7B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3B8702-BA07-410C-A982-1BB1C3C7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8C364-B202-46E7-BCE2-E4AEB96B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AA4AEB-FC0A-40DB-997B-EBD1F08C6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D61803-A6A6-4699-955B-CD12F74C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6B991-050D-4D84-B484-FD97DA8D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650B68-5D3E-43D9-969C-4EDAD716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C9C430-02C1-4A12-A135-678520E8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D48CA1-1707-414B-8000-2C2A6A91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ED084A-027B-4ED1-878F-FA32F499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25F75-D881-4C11-899F-734378B6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DC1FF0-5FEE-4404-91B2-63C55019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2369B-6AFD-4EB8-9392-2D62A0F6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077309-272F-4625-B358-20B6E7A7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1B7A5-D45E-48F9-A6FB-B34D172F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7AF862-BFD8-4856-BF97-39974415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E8FB80-D7D4-47FF-84DF-5641F7DF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F9B971-DB02-4305-8C80-E746E521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9F5114-2084-486D-958E-A91CAEE4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6755FD-6A3E-4C63-9D32-9C622DE6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E69D40-C73D-47B8-92F6-370DB8EF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9EC77D-12C4-4158-92DA-2B0B83B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761942-79A9-42AF-BF5E-9133E277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23E97C-5538-4128-95BB-B94DFEA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180BD60-E2BF-4E2A-A0CD-609FD1A3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3C2022E-C312-4189-9078-15AF2966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1C6F7B9-A4A6-4564-B40F-71120314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11FFF0-F8EE-475E-A3F5-1B1A548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B6E442-0F78-4CB9-9EA3-1111FE2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A0C8B8-FD5C-49C8-BFB9-984795C6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1B016C-1F43-4932-B425-47C5E655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8033EB-3309-4652-A546-60E32848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138F1B-4065-4E5A-B4E1-913613A1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EF90C7-4BBA-4869-9DB8-FEA77221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CEFED2E-FF71-426C-BE12-12A444102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E90510-B790-4C83-8160-B7A6DA6C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AFA0F6-ADF7-4986-92C9-C3CE5991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584B81-FCE3-4A18-BE5C-FE020747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5741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623861-D46D-4D3F-B902-111E0B80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B5FBA4-F92A-46F0-8829-B4249F8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8DCD5-3599-431F-8BBF-0B6665D3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1B0F7-49AA-4391-BE0E-89E4EC14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05D82-F85B-4794-A4AB-CB0A963E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341884-AFAF-4ACE-A7B9-B8F14477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1B73D1-4205-4EFA-8C1B-10C12CAE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11B8D6-B839-4BE9-9618-CA063550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B00BA-2349-48F0-B281-47D5C668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B6E1D-1A0C-4228-AC9E-3C5B6ECD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9FF960-B9A8-46B0-BD2E-F45C37494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45EB05-9AED-4518-918C-CE8D4D1C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0D5F7C-5E22-49F5-9612-622EFC29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BC417-3975-4AFC-8675-2E163F60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A12FF-0D21-42BA-A2C6-8EC8BFCB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04E83-53F1-426F-B00F-98D27C08C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004A37-3238-4BDD-9B34-D73F055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FF702-9D46-4F2E-9710-1730384C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8E6B3-15DF-4B4F-B558-225B892E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C8446-B5C9-41F3-9546-C32B901D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658F3-B0D2-4C81-85D8-946D9E80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28CC7E-1073-4469-87C8-A64987ED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C48799-3DC0-497A-9B04-0AA2E52F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72241F-8B18-4A18-8200-500F07296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CCBC4-8067-45D0-AE31-6CA41269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B2BB86-510A-4448-A46E-08EB9AD8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925E6D-6EB2-4C84-8FF8-1B2E7CE24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4956A4-A834-4E63-A8AD-1B70AA2E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F997B-2C0E-4B59-B393-E2F6C624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1B1B5C-B8B5-43B0-AD00-1D25937D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B591DD-C448-4B7E-809F-0DE3196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E10AEC-2C0E-4598-966F-E920551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069746-D4DF-41EF-878E-95C5677C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7930DE-4754-468A-9EDF-5986960C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A979FD-5F15-4863-A6F5-BEC23AE0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21927F-F110-4E81-9380-430D5B04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4D886E-9375-473A-B596-2CD2C2A1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A3E4FD-BE37-4FE3-ABB3-AC15D7E6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802B81-16BC-4EFE-BC50-83F14431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FF6236-91F1-4CB6-8FDB-023AF3B8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7C6D52-2A11-4A13-A862-9EA06F43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792E2B-3F8F-417C-8838-FE91FCC3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DE7698-42E5-409C-A1E6-A0653F40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35D247-B1A9-45D4-8007-61ECD4E6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0D2836-4118-4AC8-ACE1-CE041612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64C1C8-2C27-4023-9D03-215CD3C54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1B1585-115C-47FC-BB73-15BE131B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8F4CE5-87B0-4EFC-82CF-9BA7D5AE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C21EBD-7B8B-4D81-A85D-BF2B0B9A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60DFA3-F257-4BBB-AB9B-CB2C47EC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C642B4-AA6A-4DD9-B0F9-81DC4207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AB37C7-072F-460F-9FC4-C1197EBC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1C66AC6-88C0-4BCE-ADA8-674E141C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AE50E95-8F3C-423D-9075-B24161A9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467665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62676D-0169-4844-AA23-1D2129CC1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3799E-A428-4BDC-8CAA-D105CE26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816F-D294-4AB6-A729-DE261079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713DB-385A-4BFC-ABA2-F6E83897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9F447-74EC-4B44-88B7-92E841E6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4097A-F8BF-4221-B46E-316EEC4B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E3EFD-6425-4073-B042-B9E4739A2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F213B-DECE-4998-8B7A-CA897BD9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AABDC-FCC1-4CFA-9F40-E793363B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42574E-B886-4D0B-8860-FF98F810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3378A-8650-4B3E-B56E-564FEBC6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A388B5-6192-42DC-9F67-1BEB5F70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D5F57-D311-4AED-A078-9369842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BC40A-6468-4AAF-AC78-81440BD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F1E941-1BE4-41BE-AB73-2756E0F0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A621A-F8B6-42B1-8568-3EB20820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90E373-9FA8-413C-B2FB-536D67B89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2A9B8E-8880-4E1C-91DA-3A37D12B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56549-EF18-44AB-BA14-D5E80C03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04ABCB-5226-4D8E-92C2-07ED7067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E03839-AFB5-4105-929C-7CF44CB3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1BB949-B759-43EE-ABF4-00E40923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3115C-4A59-42A5-8504-05379A30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903933-7BAE-4F74-A2C7-412BA749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A88F94-802F-4846-A9FD-8B697920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7F3F39-07C1-4020-9CBB-C34C7DED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17586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2F5A9A-0F35-4F8E-BEEC-CCE5529D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85865-243F-48A7-B3C4-6A157BA71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53E4E7-3448-442B-8B26-56EB32F5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EF92-3519-4F42-B6DB-E72C53A6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332224-DBBF-4BD7-860A-8B505342B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2CB0B-2678-4768-AD4C-66E7A3AF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F2A5E-7182-403E-BDE5-375BD258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2DADD-CD1A-426F-BB48-B6957151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D70047-0CE8-40E7-8FF1-71CD1DAB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9777F-DCBB-4A16-80F4-6665A5C4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DEDAC-25D6-48C1-A32B-F181F32B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E014BB-BC3B-4C3A-91C1-AA80C4BC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BD3C7-FAAC-4263-A592-449C5A54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B959B-0E5E-4DB4-A6CF-5169FDDC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1C045E-AB11-4F54-B068-828195B5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1F991A-39E2-4D71-AA43-FF5D6377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55372-DAC3-4D7C-8E51-592F1277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6F0A85-3B7F-4121-9173-65B67EE9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5B7B52-5380-489E-B0A6-2D254A59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C78912-013F-4D9F-A707-A7C461A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E8010-4B11-41A6-B328-1E17917B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1F8FC9-454A-4F61-896D-11B928C8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777C7-E18E-41E7-8320-FD6B7BEA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352C9D-8F70-4BE2-87E5-82A6AB8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C1256-4409-424F-9564-9BC1B34B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FB678-6CFC-407D-AA56-3D109F1E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E61CE3-052A-4044-98D5-A770983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A3287-FEB7-4A8E-B013-F9E6AEFE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C3C426-1F21-4C15-AFEE-2C142C73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D1AC72-7E63-43BD-90F5-6837694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501C5D-31D3-4084-BCE3-7D252E04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5D93FD-BBDF-4136-B6C0-2DC57D0E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2675A6-A470-4978-A8D2-00D2C289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D075C-E835-4653-BA91-D398C99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0E35AD-6006-4CAD-BF45-BD9509CD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10738-3BEC-4F94-8D53-921A46D0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CDCB2B-810B-4499-BEAE-7BF8AD11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A90DB9-2318-406D-8BA5-96793631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E5245-765E-4F1A-9182-E77696F4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2DA7E7-E17F-4085-A434-8B198762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A8A7DF-BE9F-4705-84E2-AFA067FF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FABE6D-4E93-42E7-A28F-B766D07D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CFA3CB-CCB8-4E2F-B264-237ACDE0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8DF456-1EA8-4BBD-B05E-C8AF3614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0867F5-E46D-4F8B-BA23-9B3D810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508049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1536F-4F58-4912-99AE-EF1692D2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6469C-E998-4C44-A62B-8C4B2018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7511-E227-4818-B96F-4AF0BFD2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B8EAC-F888-4457-94F7-AC46AB4A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E5206B-024E-49D9-924D-D157E5D5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E65A4-B45D-45C6-8BDF-97942534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5C7C06-0662-4554-A0B0-877928BB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6FE9B-FE26-4431-9B9F-287FEBEA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AA99D3-9232-4C35-8860-F89F8158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AFE60A-D6C0-44F6-B47F-351D8E78A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7406E1-A52B-46C3-873F-978DAC61A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31A86-B991-43EC-8A83-E5DCA879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6799BB-86B9-44AE-B6D5-B3452D30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A9809-91B6-48EC-B66C-C454B04E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9CBA5-B2D5-4349-900A-2F9EAFE6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492F7F-09AF-454B-8650-A95EE667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0CF6C4-0873-4BEB-8161-BF5A08D3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CF199A-6FC3-4278-945F-64F5D5AD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2A2A73-9517-4424-B3E8-6F099732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4DDF86-43D3-4C1A-9686-0453887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72B8D-E4D9-441A-A1E8-67172C0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DC5EA6-16CF-46BA-9A01-267C1338C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08E4E5-8663-42AA-97C2-57BAEE09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B86025-95FC-4C68-AF6B-6961F9EEB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B5BA1F-881D-4642-9893-FBC9194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28A526-C33D-4217-9CA9-045A641C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CD5AC7-13DA-4355-BBAA-C68E7DC0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0E4A0-5C2A-45A9-B277-EEF6DC7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41E6A6-DFE3-4F7D-9295-F5657ED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7C1ABA-D0C5-4813-85C0-B93A2A50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32CF7E-6D60-4BD6-B4B2-D3C6F70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8856C6-F8BE-44AB-BC62-6778A794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27368C-61A1-41A6-9C97-85CDE9E3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4F6C09-EE07-4C57-95B1-3A7ABEED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2E9781-BF06-4EF5-9ABE-F9B1F181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6E296A-8C07-4824-B1FA-F5F66E3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33C3B8-4766-45F9-B4ED-B1335C30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A18374-F58B-4B1F-AD04-87D74B40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0D0B03-7861-41DE-9799-24D0C39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380E36-59B9-4695-BDBC-F895075A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D5B53E-B96D-4C7D-87AD-26EDAAFA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1B2654-A0BB-481A-BD2E-E56E76B3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970274-2394-4ACD-9635-F6CA3745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CA6908-1D87-4C5E-8B8B-6F7F87B3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AE0D39-2A6C-4126-ADAA-FF6827EB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893D94-1E44-4445-985B-2A299A01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ACD06B-89C4-4007-B7F7-62EFCBC2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730D7A7-0DAD-42A0-AF96-79CAEC55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662D1B-3CAD-43F0-8AE5-FEF380E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7540551-27FD-44D0-A06E-D7AA16E27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7F231AA-6316-4D74-B688-308F34AB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A286F8C-AAC0-4C1C-B198-9DE6FD36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EE90FB-6C89-4415-8427-A67B63FB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30F6ED-00B2-4EEC-9D82-D0FC279C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0304F4-AA9E-43B1-A54A-62149CD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EF0ECE-C603-4316-8F76-E941F412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9611A4-21C9-46A5-8DE5-7B554810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21156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F3C1E0-FF1D-4DB6-ACE9-E124F4F5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6F3C7-A4BF-42EE-B674-A47A214D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2A123-5F46-4E5F-890F-07621111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1C18B-BFC3-4296-A5E2-8ED756CD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D4D0A-854F-449B-81EB-5FAFEAFA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14659-3F1C-4282-A78B-D4D2C722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6A1CC-64B7-45B1-8F4C-056B4FA4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7E6A6-9C04-4655-AF9A-85A252B1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69658A-E0B1-4811-8518-8273CAAB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A98540-B01F-42AC-99BE-EB25C39C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56594-7639-4135-9F60-A42116E8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77C6E-545B-4E6C-902D-6FA1849B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C26E6-7A42-48CB-9CBE-90A62BF8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75DEB5-DC10-4C5E-A93B-597AB19F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DB48B8-5E5C-41C3-B2F7-ED8B1DA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A379F-37E7-4D35-BCFD-92DA072F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6599C5-90DA-400B-B236-44BB6258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C5208-1237-47D7-BBBB-53CC0D37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AEFD3-F9DC-439C-A281-BB9B4DF0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D7127C-0886-47CB-9EE2-DDB89AD8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5A2F0B-426A-462B-BA35-1A999A73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046C08-44CB-4438-8A63-264D6D6D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DD0C16-3CAD-48C6-92C4-D62045D9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5B0F01-945D-4947-929D-2E7DB446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450AC2-4ACD-4B57-8BB3-DE3C9DE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BB736C-5B65-4AA2-907F-2C700EA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40DA53-12E1-45F7-91FF-166E22C4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C54934-E008-4467-8A98-64F752BE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CE5C16-7D3B-43B7-A76C-DB1DA739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8F4A43-02E2-4278-97DB-C7A7EFC1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CA8151-B706-471D-8465-74D3B2D2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140419-083B-4B83-9A3D-58B0924E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903EF1-12FB-42A6-B5E1-7B20F56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C0C49C-68BE-4315-B80D-0E6DF5D8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277734-A173-4FC6-ABD0-017FD1EC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B4B87A-E642-49F6-B4A3-BEB954F0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8BE612-958D-402D-9410-09FEFE31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5B228B-F031-4095-BF87-F651AB39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F849ED-7480-40B0-9BBC-3B9D0DA5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B9DA80-3033-4DDD-8612-ECA6983E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A98769-D0FD-48CD-B765-26B77375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8A637C-49A8-4ACC-AB30-0D7AE50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155A95-8769-4D19-9B7E-20F4D0C0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1552FB-5E32-418A-8414-D5CA8605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55CB46-FA83-47D2-8802-C59D1BE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26582E-7E5D-4403-855B-07AD6284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83CB07-C017-4B2E-80A2-0FBF76DB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E30FF1-2180-4EA6-8086-70D82323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E55DE1E-D775-471B-BFE6-268928EB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967DA7-5DE6-42D0-AA12-37886755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CEDF24-4585-4947-8AC3-3A17249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007C2C0-BBBD-4671-BA77-E1FFAD61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ABEA23-88A4-475B-949E-205CB0F7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577461-0FB4-48CC-B858-BF5EC8411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CF9682-4FD7-4CED-8E78-4B43D467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502E9A0-A47C-41C5-9897-D2C7339F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0BB749E-D099-43E0-A9D7-A91D4FBD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667F07-F27B-40C7-90D0-ECED1169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9CDB67-EC0D-440C-A42D-A4BC1D5D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60C87C-BC0F-42D0-A8C6-4BDBA203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185011-A593-4714-AE76-4B68AC71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50609C-D34B-45DB-ACAA-CA307FDB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1A7F733-BB0C-4F23-A2DE-0563B186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7E1A79-F584-48F4-AF34-533CF725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29645F-9D29-4E09-8558-1E11EAA1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2C15271-3F4E-48AB-A742-95492484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821D0E-CC29-4FE3-81B1-33E6382E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2CE6EAC-CABE-4036-90CA-20F344A5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E378214-E0D8-4C20-B721-64F5C89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D942724-E70E-4651-A048-96E8AF3E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B3C62E-544F-4071-AA3D-CA33A515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BC8D62-5778-4A77-80AC-5752E3FB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74A4B6-3A6A-48B3-9D5F-05EBAEC0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181E45-2F5A-41C2-A872-BF209218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0AA4D10-AE67-48D1-85CB-FB641E84B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DF77D2B-2EFE-449C-8654-A5DE0411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6AC69D-2C04-44DD-B70F-CADDC400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41490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290369-8607-46C3-9B5A-3C4ECC54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A1270-FDB4-446C-BA46-075517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7D6602-FD2E-4A8D-9E8D-D5D15C6C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2F3DD-66E6-41BF-8D5D-938D339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B0CDC-BF86-4A26-9960-8CD20BD9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6751C-3617-4047-A1BE-5E382E52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86BA-4FF8-4005-8654-C9972C55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AA7A29-82DC-4C91-BAA6-731A198E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521F26-540E-4947-B7DC-FFF400D6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13546D-07C2-4A1F-BADD-C77C7703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93AD8A-34A8-49DF-872C-53EC0DC2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3E70FC-2591-44CD-AD79-0F3A85E3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CEE89-AE8E-41AA-9C42-1E29C6E3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894C9-7362-4921-999E-2BF39A23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3FA80B-9EED-42DB-B90A-973B1423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05422-86AB-45E5-B94C-98B6284B1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F1D5ED-9B67-4514-87A4-0B68F0DD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16631D-B9A3-487C-8DF1-FB3443DE7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868EFB-3593-461A-830D-63D291AE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D8A5A3-FFDF-4E42-BEC6-DE26AB4B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98CA7F-740D-471F-A214-5D710F06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88CAE-ABAE-4AB0-9F73-32AFB99F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D3C659-6449-490D-A6D5-C7D454D2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05002-4DDE-4733-8D48-651D9B1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57ADD-77A8-46E5-9FC3-9D12CD59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9C5384-A1E6-4C58-81B0-B5FBD6C4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0691508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BD47F-B024-41C4-89A3-6E91C93D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7CFAE-1D96-4866-9F55-5F92B091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Next: compare with related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73156-0F6E-465C-820F-D7F59456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237145-DEA0-4E03-AC9D-3CE5DA22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Related-work baselines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74CD-2EA9-4F6B-A197-C50802BD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FrugalGPT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120F51-6E99-458B-B90F-6EA43A01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00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36D185-5F00-4FE6-903C-6655E1CD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AutoMix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6D59F1-6F51-459A-ABE7-71E5026F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86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402217-2374-46C2-9A3A-C2497D6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</a:rPr>
              <a:t>RouteLLM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530E44-D877-44EE-B3C9-58216B13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DF55F-840C-47DA-81AF-6FACF012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BARGAIN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FC54D3-74C8-49EB-A3DC-056DA984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38426-61A3-4166-B2A1-B1C00048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907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2222"/>
                </a:solidFill>
              </a:defRPr>
            </a:pPr>
            <a:r>
              <a:rPr sz="1800" b="1">
                <a:solidFill>
                  <a:srgbClr val="222222"/>
                </a:solidFill>
              </a:rPr>
              <a:t>Common evaluation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7D18D5-EBF6-4AA3-AA3F-3831DFD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BD125-E24C-4423-8EBB-AD40AA34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2222"/>
                </a:solidFill>
              </a:defRPr>
            </a:pPr>
            <a:r>
              <a:rPr sz="2250" b="1">
                <a:solidFill>
                  <a:srgbClr val="222222"/>
                </a:solidFill>
              </a:rPr>
              <a:t>Cost savings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D03639-9127-4357-ADEF-A15A58A9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29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Critical misroutes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7C415A-6F0A-475A-BEC0-78557BED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864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Compare our prompt and soft-prompt routers on the same fixed second-half 205 test set.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1EF55-E329-4BF5-B181-FC320169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Related work: FrugalGPT (2305.05176), AutoMix (2310.12963), RouteLLM (2406.18665), BARGAIN (2509.02896)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4C9E22-4EB3-49A5-97B9-9CA6890FD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46549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2026-07-14T19:25:07.6990000Z</dcterms:created>
  <dcterms:modified xsi:type="dcterms:W3CDTF">2026-07-14T19:25:07.6990000Z</dcterms:modified>
</coreProperties>
</file>