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4a5400c5a440a" /><Relationship Type="http://schemas.openxmlformats.org/officeDocument/2006/relationships/extended-properties" Target="/docProps/app.xml" Id="Reaa2c3bfcacd4a8c" /><Relationship Type="http://schemas.openxmlformats.org/officeDocument/2006/relationships/officeDocument" Target="/ppt/presentation.xml" Id="Read95fbe4592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b098cb2794706"/>
  </p:sldMasterIdLst>
  <p:notesMasterIdLst>
    <p:notesMasterId xmlns:r="http://schemas.openxmlformats.org/officeDocument/2006/relationships" r:id="Rde4d92c75dcb4d06"/>
  </p:notesMasterIdLst>
  <p:sldIdLst>
    <p:sldId xmlns:r="http://schemas.openxmlformats.org/officeDocument/2006/relationships" id="256" r:id="R7e32fe9e19a346cf"/>
    <p:sldId xmlns:r="http://schemas.openxmlformats.org/officeDocument/2006/relationships" id="257" r:id="Rcd525d6e230b4d8d"/>
    <p:sldId xmlns:r="http://schemas.openxmlformats.org/officeDocument/2006/relationships" id="258" r:id="R0e473bf564254928"/>
    <p:sldId xmlns:r="http://schemas.openxmlformats.org/officeDocument/2006/relationships" id="259" r:id="Re67a1c90122e4d58"/>
    <p:sldId xmlns:r="http://schemas.openxmlformats.org/officeDocument/2006/relationships" id="260" r:id="R8ed9b4430582403e"/>
    <p:sldId xmlns:r="http://schemas.openxmlformats.org/officeDocument/2006/relationships" id="261" r:id="Rb4664a75504d49fa"/>
    <p:sldId xmlns:r="http://schemas.openxmlformats.org/officeDocument/2006/relationships" id="262" r:id="R0161f1bf59574844"/>
    <p:sldId xmlns:r="http://schemas.openxmlformats.org/officeDocument/2006/relationships" id="263" r:id="Reb87cf16e0d846b9"/>
    <p:sldId xmlns:r="http://schemas.openxmlformats.org/officeDocument/2006/relationships" id="264" r:id="R9da37e9bcc314cd1"/>
    <p:sldId xmlns:r="http://schemas.openxmlformats.org/officeDocument/2006/relationships" id="265" r:id="R57d5c06e4aa44ef6"/>
    <p:sldId xmlns:r="http://schemas.openxmlformats.org/officeDocument/2006/relationships" id="266" r:id="Raa0a1d3521ca4c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f1a3e90f64f9d" /><Relationship Type="http://schemas.openxmlformats.org/officeDocument/2006/relationships/slideMaster" Target="/ppt/slideMasters/slideMaster1.xml" Id="R03fb098cb2794706" /><Relationship Type="http://schemas.openxmlformats.org/officeDocument/2006/relationships/notesMaster" Target="/ppt/notesMasters/notesMaster1.xml" Id="Rde4d92c75dcb4d06" /><Relationship Type="http://schemas.openxmlformats.org/officeDocument/2006/relationships/presProps" Target="/ppt/presProps.xml" Id="R38b27eb87c7d4862" /><Relationship Type="http://schemas.openxmlformats.org/officeDocument/2006/relationships/tableStyles" Target="/ppt/tableStyles.xml" Id="R7e7fbce4a8054ac9" /><Relationship Type="http://schemas.openxmlformats.org/officeDocument/2006/relationships/slide" Target="/ppt/slides/slide1.xml" Id="R7e32fe9e19a346cf" /><Relationship Type="http://schemas.openxmlformats.org/officeDocument/2006/relationships/slide" Target="/ppt/slides/slide2.xml" Id="Rcd525d6e230b4d8d" /><Relationship Type="http://schemas.openxmlformats.org/officeDocument/2006/relationships/slide" Target="/ppt/slides/slide3.xml" Id="R0e473bf564254928" /><Relationship Type="http://schemas.openxmlformats.org/officeDocument/2006/relationships/slide" Target="/ppt/slides/slide4.xml" Id="Re67a1c90122e4d58" /><Relationship Type="http://schemas.openxmlformats.org/officeDocument/2006/relationships/slide" Target="/ppt/slides/slide5.xml" Id="R8ed9b4430582403e" /><Relationship Type="http://schemas.openxmlformats.org/officeDocument/2006/relationships/slide" Target="/ppt/slides/slide6.xml" Id="Rb4664a75504d49fa" /><Relationship Type="http://schemas.openxmlformats.org/officeDocument/2006/relationships/slide" Target="/ppt/slides/slide7.xml" Id="R0161f1bf59574844" /><Relationship Type="http://schemas.openxmlformats.org/officeDocument/2006/relationships/slide" Target="/ppt/slides/slide8.xml" Id="Reb87cf16e0d846b9" /><Relationship Type="http://schemas.openxmlformats.org/officeDocument/2006/relationships/slide" Target="/ppt/slides/slide9.xml" Id="R9da37e9bcc314cd1" /><Relationship Type="http://schemas.openxmlformats.org/officeDocument/2006/relationships/slide" Target="/ppt/slides/slide10.xml" Id="R57d5c06e4aa44ef6" /><Relationship Type="http://schemas.openxmlformats.org/officeDocument/2006/relationships/slide" Target="/ppt/slides/slide11.xml" Id="Raa0a1d3521ca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b7139efb57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d684413d44908" /><Relationship Type="http://schemas.openxmlformats.org/officeDocument/2006/relationships/notesMaster" Target="/ppt/notesMasters/notesMaster1.xml" Id="R53f4d78357d2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bdfed17881447d" /><Relationship Type="http://schemas.openxmlformats.org/officeDocument/2006/relationships/notesMaster" Target="/ppt/notesMasters/notesMaster1.xml" Id="R7e758cc984d5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ccc76c6374d00" /><Relationship Type="http://schemas.openxmlformats.org/officeDocument/2006/relationships/notesMaster" Target="/ppt/notesMasters/notesMaster1.xml" Id="R5ae6638a8fce44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8bed35fb041fa" /><Relationship Type="http://schemas.openxmlformats.org/officeDocument/2006/relationships/notesMaster" Target="/ppt/notesMasters/notesMaster1.xml" Id="R5312d07517b643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d1c6b825b4db2" /><Relationship Type="http://schemas.openxmlformats.org/officeDocument/2006/relationships/notesMaster" Target="/ppt/notesMasters/notesMaster1.xml" Id="R0607a7836e6f48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e820c0e984fd7" /><Relationship Type="http://schemas.openxmlformats.org/officeDocument/2006/relationships/notesMaster" Target="/ppt/notesMasters/notesMaster1.xml" Id="R214cba1ae8d8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408a62d7643f2" /><Relationship Type="http://schemas.openxmlformats.org/officeDocument/2006/relationships/notesMaster" Target="/ppt/notesMasters/notesMaster1.xml" Id="R318f75d0ffbb45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a37d8de6af4ccd" /><Relationship Type="http://schemas.openxmlformats.org/officeDocument/2006/relationships/notesMaster" Target="/ppt/notesMasters/notesMaster1.xml" Id="R0ea3d8019ed8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84132fb814083" /><Relationship Type="http://schemas.openxmlformats.org/officeDocument/2006/relationships/notesMaster" Target="/ppt/notesMasters/notesMaster1.xml" Id="Rb960e39bc3bd4c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64fd3c80484540" /><Relationship Type="http://schemas.openxmlformats.org/officeDocument/2006/relationships/notesMaster" Target="/ppt/notesMasters/notesMaster1.xml" Id="Rcebfdb8675bb4d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4a2e69bc8c45ed" /><Relationship Type="http://schemas.openxmlformats.org/officeDocument/2006/relationships/notesMaster" Target="/ppt/notesMasters/notesMaster1.xml" Id="R63fe48455fb3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bd11b622a44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89d5585f94626" /><Relationship Type="http://schemas.openxmlformats.org/officeDocument/2006/relationships/slideLayout" Target="/ppt/slideLayouts/slideLayout1.xml" Id="Rc6bbef988946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bef988946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86c8221b24a9d" /><Relationship Type="http://schemas.openxmlformats.org/officeDocument/2006/relationships/notesSlide" Target="/ppt/notesSlides/notesSlide1.xml" Id="Rb22ab13467e6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ed86f320148b1" /><Relationship Type="http://schemas.openxmlformats.org/officeDocument/2006/relationships/notesSlide" Target="/ppt/notesSlides/notesSlide2.xml" Id="Rf6b81d87f8ac40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21a3b94864579" /><Relationship Type="http://schemas.openxmlformats.org/officeDocument/2006/relationships/notesSlide" Target="/ppt/notesSlides/notesSlide3.xml" Id="Re722db5882ff40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2044264e4dac" /><Relationship Type="http://schemas.openxmlformats.org/officeDocument/2006/relationships/notesSlide" Target="/ppt/notesSlides/notesSlide4.xml" Id="Reafe2611c5c940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e9c68a094479" /><Relationship Type="http://schemas.openxmlformats.org/officeDocument/2006/relationships/notesSlide" Target="/ppt/notesSlides/notesSlide5.xml" Id="R6b40460276ba4c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0186f4c1c4480" /><Relationship Type="http://schemas.openxmlformats.org/officeDocument/2006/relationships/notesSlide" Target="/ppt/notesSlides/notesSlide6.xml" Id="R11b3cd12a70949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360803164ef3" /><Relationship Type="http://schemas.openxmlformats.org/officeDocument/2006/relationships/notesSlide" Target="/ppt/notesSlides/notesSlide7.xml" Id="R5f4e555217284f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70cf533ac4b99" /><Relationship Type="http://schemas.openxmlformats.org/officeDocument/2006/relationships/notesSlide" Target="/ppt/notesSlides/notesSlide8.xml" Id="R7edc37c3042a40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e3f20ea0e43e6" /><Relationship Type="http://schemas.openxmlformats.org/officeDocument/2006/relationships/notesSlide" Target="/ppt/notesSlides/notesSlide9.xml" Id="R37a33ce39e734e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c0cb121654553" /><Relationship Type="http://schemas.openxmlformats.org/officeDocument/2006/relationships/notesSlide" Target="/ppt/notesSlides/notesSlide10.xml" Id="Re8b8d56f79414d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b751a55054ab7" /><Relationship Type="http://schemas.openxmlformats.org/officeDocument/2006/relationships/notesSlide" Target="/ppt/notesSlides/notesSlide11.xml" Id="Ra66bc0d21c4d49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B9504-60EE-4395-9625-8D4D2C5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623C6-4094-4E2D-8269-7628CD7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3C430-1DFC-46B4-BD6E-42D218D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296A2-9D69-4B07-9F79-506B4B9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30CD8-9125-4CFE-ADC4-324BC5A6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5EF77-B331-4FEE-B35C-5112E69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83723-84DE-4070-86DA-043D572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6FE1F-CA73-403B-BA64-25EE1774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0046E-13A7-4F14-9039-AE232159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50288-9F1A-46A9-8313-6876B281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2FE67-6703-4CDC-91DE-2496F90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08AEB-54FE-4C24-B9C1-3ADAB01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14906-E5C2-44B8-B1FE-BF1E1FC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5E7CF-9681-4BBF-83D9-4BBDE31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BB687-A354-43CD-82FB-CFB85485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74F60-7436-4946-BAB5-29F30D0C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E8235-D219-49BB-905F-1CCE094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4171F-E706-48A8-B2FF-278F9D78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33E44-2648-4C07-B9EB-D82EB1B5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714E9-836B-4C11-9A89-616E3B0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2FED8-D79D-4A45-B014-4348D651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9A692-4F23-433E-9D30-0A23A39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9862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86D09-02ED-41E3-AAFA-1914B348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81E1F-7880-4A52-A7DB-F734AA5D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665D1-C416-4C07-8F7B-4706750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4F7BA-DF90-4C0A-B52C-8869A0AD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46B98-10AB-4C8A-A9BF-1C063A3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53D4C-25B3-4D2A-83EE-F3997ED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3D839-E5E8-4257-97B3-F270BCB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76F8-7F1F-4F2F-915A-B8ED3D1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46394-C9F1-4DD8-8E4E-699976E3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9F132-5DF2-4C10-93B8-2D325CA2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8865F-415F-48BE-BD5C-1054223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5B10F-8C8D-4DDD-A224-C04B96E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3FFE3-91FE-4155-8930-0F504A0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8EBAD-8AEC-46C2-B8F9-A4BB9C63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F4A8D-AB64-4508-B1D5-454FE49C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FD9C0-ECB7-42D6-B28D-F3D7038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754F7-4672-4CFA-87F2-A63C899B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BAAF-480B-40BD-92DA-A45B8523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2A33F-41DB-4852-89E5-B4D622A9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07B77-5AEA-4D24-B426-1975A43A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A8D54-EE18-4E65-BB21-58B6E6AE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858D7-84D0-46AF-94FE-804E801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29C97-A937-4279-BD7F-B68909C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89B63-98AC-4BF3-966E-A78FADA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B5CA9-211A-4E3B-B7DD-52E3D0E5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225CB-8455-4A88-ACB3-3931B9E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F2FF81-60DC-42EE-95CD-73902504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599AE6-83AC-42AB-AE33-D6C6F4A9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F56E6-DBD3-4BA5-9BA4-A919F04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6E430F-53CD-442E-848C-8515089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BA4A3D-F6F5-4611-B12C-D8AADE3E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2997F-B876-4FAA-9EC6-81B4BD43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2AB1C-A747-4824-8586-7919CAF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7C755-D0F9-42CB-B594-8CB4676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13655-F872-466E-BD6E-B82DE0B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59FB11-E716-4EC9-BC96-A613C772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C306B-7F2F-47F9-8C9A-BF3EF9C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CA6FA6-D83F-40C6-809A-857A3CF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52585-AD7D-4107-AF55-96F1CDF6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81EA6A-3DB8-4295-A256-8E6E9CE7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6DE92-1E08-44CF-8DFD-CB06C79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23AC26-2A4A-4422-8AA1-4821939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5B07D1-C596-4848-A133-8041899F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50109B-C1D6-458E-A8CD-26E0072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B679AD-644E-497D-B667-422B2405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DC0258-F9FB-4712-959A-F597F51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8467BB-56C6-4376-9356-DFECD851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71ADFB-C12B-4BEE-90DB-E555944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F3E7A7-1985-4CF4-A6CC-565A64E0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7043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8ED31-3A90-4614-93F8-ED573907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F9AF1-DA64-4B47-8E84-0C3A80EC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48BA-5F35-47D8-9D5E-3690A35D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14436-3E2F-414D-880F-9D43D3B0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CF9C3-E7CD-4927-BD86-D8323C22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CBBE4-DA23-48FA-B705-4E27451C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E990D-8190-4634-9B77-114F600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3BFB3-A25F-4D1B-9DCD-7D4F4EC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0F922-ACAF-46F1-B28F-8A2A10D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46369-D66C-407D-9BAF-977776E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F3BEF-8724-4365-9861-EB707D5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1847E-2B3A-4AE2-BBD7-160ACF8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D8200-CEEB-41E0-A62A-A7565E90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E9DC3-5A58-4945-92A4-E7AEFF6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A95E2-9D51-42BB-B2A3-21AD4756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614C6-29D3-4C3D-BD5F-61112686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80DE2-9A6F-4F84-9DB6-F8EA06A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E916D-AFE9-40D0-92DE-B4D126C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0FBCF-397C-4CBF-9825-22B7BBB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539D3-8105-4554-825C-6B6F283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CCFE5-5B71-4805-AA09-4378046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4871A-CD82-453E-9BB7-0CE04E8F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0EBAC-BC07-494C-AB02-706F1AC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563D8-BADD-4C8F-8741-23D36D65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B828F-7567-4273-A8D7-D91C40A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0AA0B-29B5-497E-B689-AA3E2C99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DD98A-EFE6-4212-ACA4-2AF203C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166DB-7CAD-44EF-8E06-CF28829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A11B3-AFCC-4148-AE2F-A444325D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C71B4-80FE-4637-AC5D-FE28F3C4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8346E1-C4A7-4FEC-B7CF-705F6D60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0A158-9B52-4C32-A3C8-B4FAE7F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D5FDC1-0F09-407B-B66C-EC83212E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61760-E0A4-4D41-A030-0D4BBEE6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A0F86-37F8-4FC4-920D-A1CD3F58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0A594-5F62-4B62-A5C9-67CA0B2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74345-3C69-424F-B466-C03C720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1DD666-12EB-4DFB-A510-BA7567C4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D37B29-0CF7-4C71-91EB-739EC903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4528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B0E24-D2E3-464D-8234-BC43A2E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74E25-A742-447B-8E05-5A06CD77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mix shift explains why larger size was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37C7D-985D-447B-B432-7B20A73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C4AC1-6317-44EE-BFE9-756EA2B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1FFE-B51A-4BCB-B5D3-0BE2F8E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DA927-6FEF-403B-AECE-346F75C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75C5F-D413-4990-9873-9D72802A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9D9E7-DFD4-4941-99E5-7192BE3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643AA-E315-42CC-B39A-1FDA4BC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1A5BA-D200-4460-AE0B-B380C48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CE6EF-F979-4541-86D7-7BB2761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D44E5-CB9D-495F-8637-8C2E271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99067-F376-4491-80AF-665D8216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C4463-B9F5-41DF-BFF7-295AF4B9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03AE7-1CCF-42B9-9466-A1611BE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283A-8346-44FB-BB8A-D592768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2D51A-56FF-4621-B749-41F57935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3F9A2-9F08-4888-ADA7-3DD606B3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EA9C2-231C-4739-B570-1808D8C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E2DD9-E668-4A12-B456-A04F224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EAB38-4DD4-4318-BEA7-CDB5A41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B3E92-70FD-43ED-B146-77AA586A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8333B-3665-4D42-91A2-D3A6DC3F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00CC3-CF05-4749-858C-5A9E62B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04E7A-3160-48DB-9E39-7BACA173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E9DF7-572C-4878-A861-B67D371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B66A6-6574-4571-A718-BC6A6AB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7D708-7E5E-4BA7-A605-C80615F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EDDE2-F06A-42C0-99D2-516B51FE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95511-459B-4ADA-B60D-E9C39B6C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92004-7667-4BEF-8CCF-0F523AD9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11500-BEEC-4356-83FC-A1016DA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328C1C-0C32-4953-8401-A352A32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478DD-9E10-4DE8-9AE8-574767CA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20A2E4-31EE-4C90-8174-33489EA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E8A41A-3FA3-47AE-88B7-9782A185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8A4454-CD2C-4CA8-9D75-23C5703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23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392E1B-F30E-453F-AB86-1638DF7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006B8-92BF-4A10-9A62-513D5AC8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4E5E4C-411B-4250-9906-78D526E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ED3EEC-B541-4A09-9FC4-31076C1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7843C6-BE34-4EB4-BE7B-36E6013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D669A3-5B65-43AE-BE94-79EBE306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005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FCA5FC-D0E3-4A7E-9761-7B3A39BB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BD500-7455-4E71-B207-84E54F5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63353-61FC-4149-9BAE-A5AD8CF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AA83E5-38B2-48E7-AE74-A803467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B3AFF-7337-4C29-924F-10B26F9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068695-9202-4783-BE9A-EF8281A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44CA1-F9EA-4A4B-A6FC-C8A6ACF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A5A16E-B97E-4B61-BE5A-06907D9D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386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CE2EF4-E4AC-44CA-9AE1-9A165BD3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4093C9-F5A0-449B-A606-18C9C4B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8AADB9-D5E1-4736-A26B-E65735BF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2E424A-CD7B-49C9-87E5-8EF9F3B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38A0EA-8A8F-45A6-8271-D169DEA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429546-83B7-4C89-A932-0FE8710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768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6200DC-6D03-422A-BE7A-D16544DC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05D9DE-B9EC-4B03-A4A1-B44C95B6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8D3516-5593-476C-9CBA-1F1BB13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F39C32-D688-4CBA-9729-B0BEB03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9E2533-6414-4049-A90C-940618DC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185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E8059C-069B-4C94-9D95-06279D58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AA3181-2E61-4851-9C75-8AFAB6A4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56471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6A4F58-414D-4719-B399-6A91F15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9DDC06-78BE-4EEF-99A5-3850245C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FD7FA6-146A-467D-8E58-8880363F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7387BD-6282-434F-B002-66EF25EE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1F37DD-D4E9-401C-8DC4-22413072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15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181694-88BE-48F4-8291-9C883CD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D43006-498E-41B1-BA69-E6345898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825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B76EE7-5366-4F68-8D1A-E3E8CF5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A2C7A1-254D-4456-A696-AFD5AB55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096579-6790-4E18-951F-4BF91BD7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E7D317-6250-4D19-A180-BE88E83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78CFEC-79E8-4475-832E-B150F77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0942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45D81E-0273-4768-9D46-0AD6789D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C8B41F-8E5C-47EC-86C6-254E667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47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ED8BA7-4BBE-4AC5-8579-025C9BA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5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C0688FD-68D8-47E5-968E-B551679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31B8E9-D3D5-4173-BF8E-C2C9EC3E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17EE12-F250-400B-A079-C268401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FE9464-67ED-403A-9142-AD7BD1DD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0537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2D19B86-4BA1-4237-8F25-98D7663F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C3F7CCD-F762-4532-BB35-DAD900E4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131766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0DB1E4-F94C-4C9D-9D9A-A8B2B643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0CBA77-54A8-4283-A7C3-695E097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956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838E851-37E3-49EB-8671-E7069F7A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44F582-71C2-40D4-86DF-AFDB8DC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0CC571-9FCB-4230-AFE6-055FA69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F3BB37E-A109-4ADC-BF40-CE51A11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B77AE19-F031-41DD-B61A-0E33275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0493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5DF967-0EBC-4077-A890-379E4293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528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DA5DA1-C7BA-4161-8219-8FA08E3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67.5%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3B1DFB-FAF3-4A4B-8F8D-A5BD29B3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AE4B09-F0F0-4BA7-B3BF-DF843039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06020BD-8598-4F05-8993-19F3BE4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AFD0F2-FEAD-4BB6-A08C-4AB67C1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049C70-65A1-4D54-BE7A-785A264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B34ADA-F7A9-466E-A1C8-755C6DD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4FCD668-0B90-44AC-BB98-E397E041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A54F042-55C4-467B-9B85-23BF621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FF0D10-9D34-4283-99FE-AF523A5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0A5CC5-8F78-4BC7-B861-0C25402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57CF1E-B01D-442D-A9DD-270431FA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789B55-9B25-4465-ADB2-A0828CF9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9093760-AC37-4CDB-8AF3-D2227AF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52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C6D529F-58A0-419A-AA77-CC651AE2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2B9672-401D-432D-B07B-F8EFA80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6232D7-469C-473E-AEB9-69402530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2F180CF-8409-40EC-AD79-E11B6D9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509A2E5-D65F-42FA-9C53-9CCCDC1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cost savings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234F12-7516-45DD-A884-B5994846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45F0E94-08E3-40A5-8FB8-6F7DA587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3227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CCE06-180B-4DC2-8196-4C98AEAC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2589A-038B-47FA-B318-3ADF3E4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DC075-A9F8-43E7-9ADF-BFD0DBC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86D90-AF04-4EE9-ACEB-2365BFB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93450-8327-4C1A-8B33-6BA2967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A0A00-6A83-422F-B8B5-4FE8D0AB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6A733-FD69-4CBA-B228-B935121A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BE595-FA50-4AB2-8EE6-8546228C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F013F-A4F7-4D81-B60F-D620B5B8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4DA09-CEB8-422E-A2E2-71C21839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2CF4A-7E28-47C7-BD51-05D27B6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338C8-BDBE-49F4-9AC0-D093A788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5356F-A491-4007-9596-C9398E4D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F51B-479E-4D3C-B50E-59AB265D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A92A7-0D14-46A1-BF37-2A20081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C1A9B-D427-4428-81B2-7F424F6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35168-09B5-4BD3-AFE4-B8F15E47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FA38C-B284-43B0-9747-B2E2427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1FDAC-087D-4AD7-AFEC-0EF9FB38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EBF00-FE04-4B40-9B89-FD9CEF8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FDFC8-C7B7-4318-B6F8-22C330A6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8308C-B665-44D0-BD61-9F39DF4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79656-1E48-467B-9F48-EA09DDE4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346A9-2AE2-4A29-97A0-95809F5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90E1F-D802-4FF3-95FB-9CADB73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C7021-3AD0-494F-B2BD-D6FBD4D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28D9E-E81A-413C-A8AF-FB90389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59F28-431F-4F4E-B6A0-9035087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2D5E3C-621D-49E1-80EF-B4B8ABD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1C544-A011-4E1F-873A-9AA46CB6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ABA1E-7624-4C63-8513-6AD7713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BED0A2-936A-49C7-9937-CEFFD297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FE8568-25D3-4B33-AC77-3E7A780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A7F498-2CF7-429F-A15E-9C071CF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EF03F8-27DD-4508-BF68-AF15D33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04B95-B5AB-4B0F-9ECE-6908ECC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9212F-4D1F-4E98-9CE8-6EED876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CB2A9-C7D2-4C2B-91CC-0FFE7C5A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B664B-8198-47BA-BD88-06BBDAF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844B83-952B-4A70-AD3D-EE211AE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1820E-E277-4D05-9AD3-5D4B9CD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E73498-8DF1-421E-A5DC-79C946D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FBB13F-99C4-499E-8D35-7D253668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285C70-EED1-4CC6-9B64-021877B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18117C-2BC2-4E02-B92D-1B8F625C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921D16-F164-47B8-8937-9F259A87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744358-FC6B-40DB-B7CD-11F7BB5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EEE2B5-F557-4AF2-964C-6D0BCC3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E384CE-CE3A-4AE6-8773-24274CC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9EA27E-DAA4-40DD-A271-3DA456E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2453B2-E80A-4822-9879-E19E60B6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FF3F83-6758-4C56-A3F5-1CD6C6EA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48FD76-9EED-4C13-B1DA-26AD7E85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E61547-4B62-401C-A198-DCB5A08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4C7245-1E42-447E-A111-3DA784B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5010D5-6218-4FBB-B020-9E9E6CEC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CED7DE-85BB-4CD5-8464-9CF5327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BF01EB-18CB-4F4F-8EB2-98B22D5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3128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70837-8FEC-48A5-BBC5-9627A2E8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1FC2-EE93-444F-9C93-69187BA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DBCB8-1037-4199-B9EF-11E68A5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09496-68F0-421B-9EC7-ECE73302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D20E8-4F5C-4274-8E35-3FF3E68C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10629-3865-4143-8CC2-8158B71E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04E01-C43C-4BB5-B56B-77613E4A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E92D2-5D70-4A0C-B9AF-FA6ABFAB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BF9B7-2851-43DD-B823-E802DF2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E7608-9746-413D-9A95-B55CC0CB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BEAE7-0B2F-4FC9-BD16-B6B6D6B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050E0-9438-468D-98E2-C95DECA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D3CA2-DACE-4282-AB68-AC22B60B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0B4A7-3C0F-42D6-894B-E7434FDB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A0717-81BB-4990-B484-DFE304C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F62D6-E755-438E-B7DA-075CAC0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3E37C-1D7C-4C1C-970A-2BCC313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A2B89-3CAC-444D-86D0-0A3D6D3A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64539-D1AB-4E6A-85C0-283883B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8EC29-D051-40EC-95BB-4C37340F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ED3FE-3B75-4043-AF73-FE608E4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4975D-48AE-46C8-8280-36CBF47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291E9-7E25-4550-800D-B05044F3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CB58A-F61E-4B64-98B1-4C50BEA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6CED0-502A-43AD-BAD4-1C28EC2F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C1D968-B997-4275-A220-4B0F278D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F72B6-C0E9-4DB7-B377-8C1CC46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6B29C-F162-45E0-A96C-56B983F6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8FB3B-64E3-40AB-966E-57DE6CE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199A1-CE59-4057-BE0C-93A4F94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DF482-21B4-4584-A7D0-D869BA4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2C412-70E7-43FD-830E-6AE6D7EB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CA4FA-CDF8-44A2-A382-5578C2E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DDE07-439E-4D48-B35B-E3B05F0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8B629-666B-450B-A7AF-153F2DDC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949038-29EC-4E70-A573-F6083CA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C69C40-652D-4273-A6F6-DC20FB2D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DD16A-0BDB-49B0-BAEF-1E174187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A8AF3F-5A9D-4251-8C38-7002CF7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C624B7-9859-4DF5-A2F2-B8459AD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4D9D7-4164-41D6-8C93-6DD01A92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206301-097B-456D-B560-EEB2CA8E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56E3E5-FDE0-43DE-9A34-26EDA288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F97FB4-B525-4813-900F-6E9929B7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D9EE70-EC92-41F9-BB57-20A6D6C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72BCDF-C4DC-412B-B3EF-3ABC3945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874A2B-5E03-4D5D-95E8-2D314EA6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3E7339-E04B-4EF2-AFD0-9FE33381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4B2315-1BB2-46A9-B967-B5E69DF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F6EDF4-C858-4198-8C49-E7ADCA2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2968B8-AEB4-458C-BED0-F631D13E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04567E-0564-4D2C-B525-267F5B0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82112E-75A6-46B9-AC75-67EF32C3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AB77B0-1908-4211-9A40-FD261BF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9554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DCAD2-66DC-4F36-8B43-47ED49EC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4DA0E-395D-4D3E-BE92-674C54DD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566CD-8313-4250-B6AA-E71EEC90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1F95D-CB39-4DF9-ACA3-0897DEDF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B5A05-0538-4025-89CB-561DA5C5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2EDA9-A532-4BEA-824B-8D3B2AD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FC13A-4D2D-48E5-864D-FE6DF9A4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4B332-5470-4E6A-AD77-27B65E30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19C33-45ED-4630-B4A4-888334EB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9ADF3-8D3B-457D-8CF8-0912668B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EBEEE-98E3-40E9-B7D8-EF56ABA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C4D7F-54E6-4CBB-901B-90DD67F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CDBA7-4BB5-4D87-98A5-5696915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BC4B8-44B0-47BE-9CD0-DBFE375C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00764-F5D6-4C9F-9EB2-0A0D394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F6988-405F-42E5-AEED-1AA25D2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D4390-529D-49A2-8511-7ADDFE6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7BAF2-D63B-4080-9547-9A3BF1C9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A7156-AD82-4680-A8AD-76CD5F3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77437-CE2F-4293-8A35-5838B9B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87A54-687F-45DB-BDAD-83C96EF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E0BE6-B24A-4D18-BC6D-80467145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36281-2794-43CC-ACCD-CC08931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A5023-988B-4D4A-9E34-8A24115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2E7F7-CB2D-4F14-ADF8-EFDF2F6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0DCE3-3111-4B50-A20F-2CE2B5CC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4383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60B3B-F9FF-4EEB-859C-2C3250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2EE1B-4119-47BC-8101-1D31AFAE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0ECB6-089D-4FA5-AD3F-063A311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301B-67A4-4226-ACA5-BF2F2E6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BD89E-F275-4E09-8FA8-D53FCBB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62228-BF44-4BF4-A971-A3EBC71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A892A-A8A7-4079-9969-C53DEA76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DA579-3B6F-49A2-A669-3A50D7C4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54DE3-36B9-4F59-804E-A6051B1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FF052-4F6D-4E86-A69E-45956F44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5B839-E2FB-4534-B1BA-6B068EE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58519-DEAF-4AC7-90E7-A3543D3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BBA67-857C-49A5-8D2B-5BF27FF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41EFB-5347-453F-8059-393BFF5D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0BA56-CB17-496D-938D-4BAF7E91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B9FFF-581C-4905-9BF7-9058C65D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EC5A8-26CB-4904-8B83-87C8CF34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DC990-F809-4595-9BA6-CA5C540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2B35E-71EA-4D83-BCE6-155BB5E9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F2521-733F-4C6B-B441-4011D134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02129-D783-4D2A-BAD3-AF26324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9E4B5-8CA3-4200-874F-9F0897B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E461A-A625-4034-9AD3-FB898F1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95A91-7F95-4741-855D-BC9A56A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E88E8-8F24-4C7E-8AA8-76A3D26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24B4D-4347-4D23-86E3-454B0DF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148B8-5583-4B82-B129-F4B04B72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C8B2B-8187-44C2-A860-A2C5D585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DBF46-DC04-4BEB-9F31-0919AECC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19F64-EC53-4070-B3E3-ABE485F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A4065-A27A-4E7B-9BE1-9F08828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3042BD-0135-41FD-9EB1-1F9C047C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4032CA-70ED-4627-AB15-3B950F8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A8132-D393-406A-BA01-961587BF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06FB8-D4F5-4030-AA54-ADEF9392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32579-7812-43B5-A4A9-AA4FC6C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BE57A1-3477-466E-9E55-B66FF96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330A5-57DA-4A84-BA96-2F7923C5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A1EAA3-1A4E-4FE3-A5CE-D08551EB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48E869-02ED-4388-8C8F-04C21C15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F40EE3-D778-4E25-B8F8-615AAC3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495EC4-30AC-4C65-887A-EF2ED2B6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6A4DC-7A85-4FFC-90FA-B65E876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77C53-A14F-4E93-B4AA-CEDF459A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01877F-5732-4293-9F00-E9AF2DB8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4119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2B885-447C-4A20-A59C-C28D08B5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D4924-B846-497D-8B48-99C4936F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14D7-C087-4F57-8128-86C0698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D7A3B-AD1D-43C5-B001-0107EEC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DC034-767A-4C84-BDA6-F242F5E9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EAD80-B991-44EA-9199-87B2CAA6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D8C7-4C18-4D3B-B1DF-15268BC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547E8-0E27-4B17-A083-09D26540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C1FBA-7809-43EC-AF39-01D4AD7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C419-362F-482A-BB61-8136322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BE7D2-1EC9-41A3-A423-932F1270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8A2F0-2ED4-4A79-B5C5-79DED2E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7065B-BCF6-47D6-86E4-06BA0D6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F3913-B0A8-4A43-B18C-9458303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663E4-EB24-478A-BD1C-F53AF5F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AB656-9F57-4C8D-A8A6-EF297BC9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DC7AE-1D1D-4A2C-A237-F49C6421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35525-B128-428F-B7BE-70B2056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98D85-8118-4FEA-8007-CCD2BA9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31DE3-15C6-4C59-A7C7-9362DCE1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0DB1A-67F7-4F7F-BED7-82F36F2D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A8B91-60EB-479B-A486-94C7DC8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B66E0-C91F-48F7-B333-E73F003B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BD98F-8215-44AD-9E4A-D3294216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56830-42E8-4DF3-A578-D9BA8C0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FD2301-67A5-43BE-83E2-A8D2BCA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B9CAD1-225A-4F1A-9B5D-C57E19E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CEC57-5C25-447D-9654-A01C4FB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85B53-DEE4-4ABC-98AC-7C55391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B283B-D13E-4C0C-B8F2-32123EC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99DBE-7CBC-4221-B12A-41BC044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B2A91-29E9-4954-8A78-98B695DF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A4B58-2A21-4B87-81C1-F8509249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364BD-0F1C-4980-99D4-4DC1830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D3581-5630-4BB7-A1B4-8734400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0AB986-6E03-4DAD-9BF7-AD49634A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7B73E5-22DC-4123-BDC9-B69C9AC7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770938-FDE6-45D7-AFC1-2E60743B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E3E56-E439-468A-8337-9D4EA77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D58C9-F728-4312-A7EB-9E09ACF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08D86E-70A6-4A32-84E9-DA29744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32D3F4-5789-4CB4-B205-55CF1E14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F003D6-B96A-47EF-91F7-9289A87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2DC083-061D-4C0F-B746-D251CE8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273B0-42AE-4B6B-A613-A477D7E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74B362-B6EB-46E5-9595-296AECA3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A0D65A-7EC4-4A55-BA9A-C6FD90B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73E7CB-BC3D-4698-8730-4BB3C4D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B7A3A-96EA-4B59-8877-4A2C2B9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342E61-33DE-4443-A7A3-293F7B84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DE611-2AF4-4FA7-A931-83254FD9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DC6D1B-9918-44B8-929C-DDBFC89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9B8B6A-499E-4264-8C41-5F78650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81A7D1-7838-49F0-998F-2BF79E2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E0C05E-7917-4869-B80B-9212211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795AB9-10FD-4162-A79B-FFF362B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ACE2F5-91EB-45A0-9680-A2E30983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4729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79840-EB43-4747-A11F-39274372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65F9D-7154-4826-AA52-CABAF67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9D830-AF50-4D42-A38C-79D400A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46364-8433-4D8A-B10D-543F3623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E8669-EDC4-4023-9FC9-4981BD0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368C6-85A3-489F-853B-012F0319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B9AF-5AAE-4682-99BC-E9D1242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65E5C-3F26-4B94-9666-86F8ABC2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DCA88-AA7B-40B1-9B9B-09E2D59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C7599-7F3C-4542-B54B-D469F393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07043-63E4-477C-BB7A-8880E2F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01DC8-6A8A-4C98-A4E4-E611715C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B3837-B80E-4209-A522-0A766A9E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1CE97-EBA0-462E-B815-B63CB68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BD4C0-5099-473E-94B6-41D654E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BD93-8B99-4F19-B612-EA7514BC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0B97A-9865-4922-BC7D-E1B2113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B8E75-E265-4D83-86C3-E560F0EE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733DF-80A8-4AFA-B073-1B30587B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9CC8D-46A4-4682-A6AB-BB1793D6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29734-137E-4890-896C-329A52CE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77F03-04FB-47E9-A8C9-FDBDFCA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AE95C-2A81-400F-BC32-4288CB0B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56AA5-C96B-4875-B7C3-C5AC64C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99A44-E565-44D6-815E-9EB5F7F6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6E1C4-B724-4FA3-ADDF-B230C4F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39860-87B1-425E-B3C2-24CA7DB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619BF-4E79-496B-861C-D5D29AE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F58A9-8569-429E-854B-018C9524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FA3E1-9CEB-47A5-B92C-31DB8AE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6158C-0C31-42CA-801C-C42BB681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66FD7-AD04-4284-83FC-6BC5D9F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0B57D-708B-49E4-93DB-19E3579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B3BA20-97C7-4DB9-BDB6-FCD5193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B6921A-8BD3-42A2-9004-3F4A933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675E7D-9432-4707-94BB-29D15CB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4FD1D-1859-41C5-A478-2CB720F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E5EEFA-3129-46CC-B55D-83078A3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3D9B9D-6218-4192-A6C4-71B0E31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8A92A-D3B3-4658-A632-327A397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3FBE30-47EC-42AA-8776-BD9A21B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B21FCE-0AA4-4597-AB15-B8CC06E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4097B9-42CB-4DCD-A80A-063AA3B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8A3AC3-236D-4A60-9CD3-6187D982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A71577-DE76-4944-8DA5-70E4CC9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AD827-BF30-45B2-85BA-B1E93C6C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44F965-66C6-4490-B8BC-5A860F4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5AB6D0-4710-4892-8C51-C6E92CA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1B4402-C6A8-4C65-9BA2-C2A2987D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C172B0-A5E9-4830-9162-E0F9D6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597EE-C815-4E72-8ABA-FAB0BF4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DB132E-EBF7-474E-AC29-D7B0A899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1E352C-E298-4C26-8DD0-ADCD74A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7457CE-99D2-4DB3-A429-761B727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F1C70-19DC-420B-B75A-6B141F9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2068F0-75C4-4728-89D7-41F3E78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905BF-4DC4-4359-B73D-AF5ABBF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606A6B-EF1B-480A-88D3-4D0599CA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FEE8C9-A933-4A41-AE24-2A6BA31B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E532B9-875D-4604-B4CF-425C4732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75A0B8-0EE1-4E9E-9AEC-8AF59FBD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0B2B75-45B8-4E80-9A95-C357ABAD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21A041-8B81-47F7-A98D-F3B9DA4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F39C7A-EADF-4CDF-97F7-5242E00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B7A0B7-C3FF-4F3F-BA6A-67070749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067D55-196F-482D-AFF1-21F3987F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9AACBB-8AAC-491F-9ABE-7273336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DEE841-3BFE-4103-B1B9-D563457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C7F74D-7977-45CD-9B1C-08EB286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E525A0-5DAA-47E7-A6ED-6806EF5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83E5A5-2284-498D-A8AD-DB1E3143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EF8C9E-B789-429A-9D14-DAE698E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29466B-A3B4-4BEE-8303-71B646F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AFF3C0-88C3-4D84-A7B1-1A15B54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86402B-F9D2-4C39-A217-16C1351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AFF68E-B40D-4F23-AFE6-BFD1E83E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FEAB2A1-8824-4A9C-862F-294C7FF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3876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F5D34-6FE2-4AF1-A76E-7FF25670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7EC68-7318-40CB-92BD-43BB9462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F923A-C4FA-4010-8973-9FECA888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C7550-82DA-48C8-BCC3-3C68107D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F4B72-2B06-46EE-9DB1-F683E878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4776B-A386-4288-9A4C-8C08247E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17F50-2646-4F7B-B5CE-6CA02707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2228E-D5A0-4C05-BE01-57457287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7169F-5565-499A-8C5C-9CEEE109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7C1DB-BC42-4822-B8FF-9B30FCF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AE99D-1D9D-47F2-B30D-528A1CF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4729C-41F7-4E7B-8958-D8584070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E0444-18B1-4DDE-9D35-2760E501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D4BCA-DCE4-4FBC-81DA-0DC7041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56DA5-D940-43BC-90B8-C1D9E55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46AF8-4C9F-4F5F-9FDD-EB13EF1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732C0-CC77-4DFA-B985-03BD430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CB755-2C20-4C13-BB8C-362D34E6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8A855-FC8C-44A5-994B-C13984B3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533D7-886A-4B76-8AF6-C51AE128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07D05-5F77-4303-B49D-6C059F93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25F40-1DD6-4C90-85B5-04A5EE0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2F42C-E2F2-4DFF-942A-53F63A0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DF1CA-4E66-4306-A68A-6244705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AD3DD-008A-4B4C-BA32-FCF9A79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B0C60-2252-46F2-9C7F-D9AF640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1693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2026-07-14T17:38:50.5430000Z</dcterms:created>
  <dcterms:modified xsi:type="dcterms:W3CDTF">2026-07-14T17:38:50.5430000Z</dcterms:modified>
</coreProperties>
</file>