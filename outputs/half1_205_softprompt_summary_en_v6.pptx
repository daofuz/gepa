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79d87984c41f4" /><Relationship Type="http://schemas.openxmlformats.org/officeDocument/2006/relationships/extended-properties" Target="/docProps/app.xml" Id="Ra2137fb1264b48c9" /><Relationship Type="http://schemas.openxmlformats.org/officeDocument/2006/relationships/officeDocument" Target="/ppt/presentation.xml" Id="Rc6b8ba8d1e3e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a998eada748cc"/>
  </p:sldMasterIdLst>
  <p:notesMasterIdLst>
    <p:notesMasterId xmlns:r="http://schemas.openxmlformats.org/officeDocument/2006/relationships" r:id="R6ae7fcfaf1b94f0a"/>
  </p:notesMasterIdLst>
  <p:sldIdLst>
    <p:sldId xmlns:r="http://schemas.openxmlformats.org/officeDocument/2006/relationships" id="256" r:id="Rc20093310ad64c47"/>
    <p:sldId xmlns:r="http://schemas.openxmlformats.org/officeDocument/2006/relationships" id="257" r:id="R26a225f1becc43ce"/>
    <p:sldId xmlns:r="http://schemas.openxmlformats.org/officeDocument/2006/relationships" id="258" r:id="Rd7ad2108b8044f41"/>
    <p:sldId xmlns:r="http://schemas.openxmlformats.org/officeDocument/2006/relationships" id="259" r:id="Re799ab2378d04312"/>
    <p:sldId xmlns:r="http://schemas.openxmlformats.org/officeDocument/2006/relationships" id="260" r:id="Rc3701418adc544dd"/>
    <p:sldId xmlns:r="http://schemas.openxmlformats.org/officeDocument/2006/relationships" id="261" r:id="R4d3db9bdad6c4089"/>
    <p:sldId xmlns:r="http://schemas.openxmlformats.org/officeDocument/2006/relationships" id="262" r:id="Rd1e46cee04fd49f3"/>
    <p:sldId xmlns:r="http://schemas.openxmlformats.org/officeDocument/2006/relationships" id="263" r:id="Rd16c335ba0d44be6"/>
    <p:sldId xmlns:r="http://schemas.openxmlformats.org/officeDocument/2006/relationships" id="264" r:id="R903aa373d1f04310"/>
    <p:sldId xmlns:r="http://schemas.openxmlformats.org/officeDocument/2006/relationships" id="265" r:id="R8bcc623d59014421"/>
    <p:sldId xmlns:r="http://schemas.openxmlformats.org/officeDocument/2006/relationships" id="266" r:id="R94cd36903f994c39"/>
    <p:sldId xmlns:r="http://schemas.openxmlformats.org/officeDocument/2006/relationships" id="267" r:id="R4b9fc003923d42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516c28096f4092" /><Relationship Type="http://schemas.openxmlformats.org/officeDocument/2006/relationships/slideMaster" Target="/ppt/slideMasters/slideMaster1.xml" Id="Rc9fa998eada748cc" /><Relationship Type="http://schemas.openxmlformats.org/officeDocument/2006/relationships/notesMaster" Target="/ppt/notesMasters/notesMaster1.xml" Id="R6ae7fcfaf1b94f0a" /><Relationship Type="http://schemas.openxmlformats.org/officeDocument/2006/relationships/presProps" Target="/ppt/presProps.xml" Id="R351aa214a1364055" /><Relationship Type="http://schemas.openxmlformats.org/officeDocument/2006/relationships/tableStyles" Target="/ppt/tableStyles.xml" Id="R05aeed3a51eb481b" /><Relationship Type="http://schemas.openxmlformats.org/officeDocument/2006/relationships/slide" Target="/ppt/slides/slide1.xml" Id="Rc20093310ad64c47" /><Relationship Type="http://schemas.openxmlformats.org/officeDocument/2006/relationships/slide" Target="/ppt/slides/slide2.xml" Id="R26a225f1becc43ce" /><Relationship Type="http://schemas.openxmlformats.org/officeDocument/2006/relationships/slide" Target="/ppt/slides/slide3.xml" Id="Rd7ad2108b8044f41" /><Relationship Type="http://schemas.openxmlformats.org/officeDocument/2006/relationships/slide" Target="/ppt/slides/slide4.xml" Id="Re799ab2378d04312" /><Relationship Type="http://schemas.openxmlformats.org/officeDocument/2006/relationships/slide" Target="/ppt/slides/slide5.xml" Id="Rc3701418adc544dd" /><Relationship Type="http://schemas.openxmlformats.org/officeDocument/2006/relationships/slide" Target="/ppt/slides/slide6.xml" Id="R4d3db9bdad6c4089" /><Relationship Type="http://schemas.openxmlformats.org/officeDocument/2006/relationships/slide" Target="/ppt/slides/slide7.xml" Id="Rd1e46cee04fd49f3" /><Relationship Type="http://schemas.openxmlformats.org/officeDocument/2006/relationships/slide" Target="/ppt/slides/slide8.xml" Id="Rd16c335ba0d44be6" /><Relationship Type="http://schemas.openxmlformats.org/officeDocument/2006/relationships/slide" Target="/ppt/slides/slide9.xml" Id="R903aa373d1f04310" /><Relationship Type="http://schemas.openxmlformats.org/officeDocument/2006/relationships/slide" Target="/ppt/slides/slide10.xml" Id="R8bcc623d59014421" /><Relationship Type="http://schemas.openxmlformats.org/officeDocument/2006/relationships/slide" Target="/ppt/slides/slide11.xml" Id="R94cd36903f994c39" /><Relationship Type="http://schemas.openxmlformats.org/officeDocument/2006/relationships/slide" Target="/ppt/slides/slide12.xml" Id="R4b9fc003923d42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284902fe1b41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38dec444fb43d2" /><Relationship Type="http://schemas.openxmlformats.org/officeDocument/2006/relationships/notesMaster" Target="/ppt/notesMasters/notesMaster1.xml" Id="R47601df02b27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51737452944768" /><Relationship Type="http://schemas.openxmlformats.org/officeDocument/2006/relationships/notesMaster" Target="/ppt/notesMasters/notesMaster1.xml" Id="R1399e90bd618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99680daa848cc" /><Relationship Type="http://schemas.openxmlformats.org/officeDocument/2006/relationships/notesMaster" Target="/ppt/notesMasters/notesMaster1.xml" Id="Reb460fef4bad4e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542024719849b6" /><Relationship Type="http://schemas.openxmlformats.org/officeDocument/2006/relationships/notesMaster" Target="/ppt/notesMasters/notesMaster1.xml" Id="R7fae32ea158043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db36eb1bf54ffa" /><Relationship Type="http://schemas.openxmlformats.org/officeDocument/2006/relationships/notesMaster" Target="/ppt/notesMasters/notesMaster1.xml" Id="R304ff074b47145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df9a5e71e94b9a" /><Relationship Type="http://schemas.openxmlformats.org/officeDocument/2006/relationships/notesMaster" Target="/ppt/notesMasters/notesMaster1.xml" Id="R3e7fb19645ed45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24c93b2c24bcd" /><Relationship Type="http://schemas.openxmlformats.org/officeDocument/2006/relationships/notesMaster" Target="/ppt/notesMasters/notesMaster1.xml" Id="Rc2f21823541a47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ff68541c7d45ff" /><Relationship Type="http://schemas.openxmlformats.org/officeDocument/2006/relationships/notesMaster" Target="/ppt/notesMasters/notesMaster1.xml" Id="R9513101aea3448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7862d10e0142f9" /><Relationship Type="http://schemas.openxmlformats.org/officeDocument/2006/relationships/notesMaster" Target="/ppt/notesMasters/notesMaster1.xml" Id="R92881255f07a46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94e78814764452" /><Relationship Type="http://schemas.openxmlformats.org/officeDocument/2006/relationships/notesMaster" Target="/ppt/notesMasters/notesMaster1.xml" Id="Rbd52a3bc6dc340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de037f5d8c466b" /><Relationship Type="http://schemas.openxmlformats.org/officeDocument/2006/relationships/notesMaster" Target="/ppt/notesMasters/notesMaster1.xml" Id="R656f3c58b82c43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cc2b85fc784e39" /><Relationship Type="http://schemas.openxmlformats.org/officeDocument/2006/relationships/notesMaster" Target="/ppt/notesMasters/notesMaster1.xml" Id="Rf49258d4d53a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1ac10929940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a67a409712459e" /><Relationship Type="http://schemas.openxmlformats.org/officeDocument/2006/relationships/slideLayout" Target="/ppt/slideLayouts/slideLayout1.xml" Id="R80db21e209af49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b21e209af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d9e596b42421d" /><Relationship Type="http://schemas.openxmlformats.org/officeDocument/2006/relationships/notesSlide" Target="/ppt/notesSlides/notesSlide1.xml" Id="R7802fac4436549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f8e720feb4846" /><Relationship Type="http://schemas.openxmlformats.org/officeDocument/2006/relationships/notesSlide" Target="/ppt/notesSlides/notesSlide2.xml" Id="R1659bc6fc54b4a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8fad97b7349ad" /><Relationship Type="http://schemas.openxmlformats.org/officeDocument/2006/relationships/notesSlide" Target="/ppt/notesSlides/notesSlide3.xml" Id="Ra22cd7f79236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c7e6560b645a0" /><Relationship Type="http://schemas.openxmlformats.org/officeDocument/2006/relationships/notesSlide" Target="/ppt/notesSlides/notesSlide4.xml" Id="R704a3167cedd4e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adb1098594ba1" /><Relationship Type="http://schemas.openxmlformats.org/officeDocument/2006/relationships/notesSlide" Target="/ppt/notesSlides/notesSlide5.xml" Id="Rd6b65b605d0643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57057e209425f" /><Relationship Type="http://schemas.openxmlformats.org/officeDocument/2006/relationships/notesSlide" Target="/ppt/notesSlides/notesSlide6.xml" Id="Rc7f3384961d941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dc1f2e0024c3a" /><Relationship Type="http://schemas.openxmlformats.org/officeDocument/2006/relationships/notesSlide" Target="/ppt/notesSlides/notesSlide7.xml" Id="R261b463315bf42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135d6443648c9" /><Relationship Type="http://schemas.openxmlformats.org/officeDocument/2006/relationships/notesSlide" Target="/ppt/notesSlides/notesSlide8.xml" Id="Rdb372e20ebf540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31abd70554f2b" /><Relationship Type="http://schemas.openxmlformats.org/officeDocument/2006/relationships/notesSlide" Target="/ppt/notesSlides/notesSlide9.xml" Id="R4ad5c3b76ec24f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873702ed04214" /><Relationship Type="http://schemas.openxmlformats.org/officeDocument/2006/relationships/notesSlide" Target="/ppt/notesSlides/notesSlide10.xml" Id="R4850d792acd246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1865c15ea415f" /><Relationship Type="http://schemas.openxmlformats.org/officeDocument/2006/relationships/notesSlide" Target="/ppt/notesSlides/notesSlide11.xml" Id="R490f37508f214e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00445f8f64981" /><Relationship Type="http://schemas.openxmlformats.org/officeDocument/2006/relationships/notesSlide" Target="/ppt/notesSlides/notesSlide12.xml" Id="R0d93a436b9d04e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FE512-0065-4E60-A6AE-45EA91CF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96E09-4CB2-4962-85E6-19E0FE98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0060C-B2A5-4AB5-B0EC-647409C9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5A403-FC0C-4EC5-B743-948A31EF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E1235-2110-48CD-AF2B-06FAA10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450CB-EE0F-4F90-A96E-CA53AF01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7899D-7BFF-4586-B19D-24B42AB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1FC1D-835A-4427-A626-01B562AB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B4D34-A15B-402E-90B1-6CF1E14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9C8F9-1761-43B4-9201-8F0C59A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00791-93A8-4F47-83B3-69EB4382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FDE16-58FB-4415-B7A6-4102D0F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B46D7-332B-4FDE-9922-84E1A63B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8CFC4-8E08-43A7-ADDB-4DE4C5F8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BAF0E-3F57-4C48-8440-1B969E3A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0721D-DB8B-47F5-9283-0EA2179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40BCF-6FB8-4780-89A2-EC0AF3CD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A4D8A-D704-4BE9-AA32-BFADCD6F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69432-ACC4-4E7B-9DC8-C97F5AE4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456FA-4C6D-4A00-BD52-B7352611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4287A-D188-49FA-8CBC-7C14DE74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82E51-B778-4FED-A5E5-B179F35D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5643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28D0AB-F1E7-4945-8E5B-B7946E8D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F546E-A789-479A-8DBD-68AC3416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E35EF-3FF3-4D88-BA60-13A220E1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149F0-6DE4-4BA2-8D86-EF4E8487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9ED06-7B3F-4CB4-A381-CC680CAE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BED9D-01F8-4BCA-AC4A-75A52A6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8BB44-1E93-4F20-BB19-3DAF4EB2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5F98E-42A7-48A7-A208-EF0012B1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E082D-B5BE-4E60-8FA8-CF96EDC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21335-C6D9-481A-97E4-ED00529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2F0DD-F783-4F71-AEAF-8FA2826A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C42EB-16D9-4177-A9DC-5219B37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00E8A-4805-4DBA-97EF-DDACF0FC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8EABE-AD0D-400C-A3D3-75391B12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0A4E9-39F5-4EF2-A332-D6FECDEA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945B0-F332-46C1-8E34-EC7A3E6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81CC0-D145-47CF-AE90-4AFEDE4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CA17D-CCF2-4675-A726-C240E6E3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9736C-DD34-43EC-A392-CDCD9050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BD0A5-7CAB-443F-B06F-EAA4EE8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441AB-D128-4151-BCE1-27F253C1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F7A6E-E9CA-41CC-859D-C7276FC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6A938-A834-4F39-BA18-B81D53EA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76614-2C01-43B1-8FBD-02B831A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7BCC9-656C-4F2D-AB90-3A6D64B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822F7-EDB0-4BA0-A505-12532966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22C13-39E2-41AC-9273-CC2DAC0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9C2F2-EB70-402D-853B-322765F1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13CAA-D441-4B96-B752-C441C4F7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176C8-4AE3-4E1B-A15F-C5A5BDB6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8E7938-9CC6-4D21-894D-8DA2165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D541E-5F09-469F-B134-9F26F976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8C8300-93F8-462E-9919-5304A5FD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A7E253-B3DB-46BB-A57F-237AAFD3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1DEC5-2954-4AF6-8204-4531AE0B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FAC22C-ACA0-4464-B334-DE7F472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3E6F64-7B4B-44CF-9CFA-687C307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0848C9-446B-4CF2-91E6-6070BFAD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ACA1AD-FF9F-4D85-ACFD-A641D301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E8E681-455F-4B3A-94E0-334728EE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9D8675-6520-4E17-A3F3-76AE8B81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E37390-663E-4671-A565-5655571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27058E-2FD8-4DC1-A50E-78E86506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3CF993-E98F-4C00-ABDB-E0027AF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A2BA2C-8AB4-45D8-9B78-12445CC4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6ECCAD-B2FC-469F-B93D-44EEB2DC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8A8B2C-69BE-49AD-AB60-9F204CB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C0E65F-C63C-478D-8783-23772EC7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D9BC88-7CD1-48FA-A67A-EF6A986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2636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A1B2F-00A3-4CBB-83A6-87EE6C5F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active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C49BC-CDA6-4BC8-BE4D-52E20181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Critical cases carry the routing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7984C-0373-48FC-A430-DAC55FB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E60AB-DC75-4A9F-9B2D-45FD0C99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 critical case is one where the models disagree. Agreement cases reveal little about which route to choose; disagreement cases expose the decision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9C289-4D68-488D-8AE3-E63E12CD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7893B-4864-45EF-B65C-CB3A7B5B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MINI-ONLY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A5857-AC2A-46BD-9924-54719376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mini correct / nano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8BC0-7A49-4F3E-8421-ADC32A5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Escalation is necessary to preserve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9C2F5-5BF9-412F-B6B1-B2135B4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B90F1-1501-4943-9A47-C4F01C79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NANO-ONLY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31A60-FA4B-442B-AA88-4972D701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nano correct / mini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B6DB6-BA42-4DDC-8A63-006D5CAA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cheaper route is also the better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22E7D-696B-4B8C-9378-FE926381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6873C-B3D3-40BB-AD23-347A955D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Size-50 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AD1C9-64EE-4FBC-AB56-1C585963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C2EDB-4CC5-4E41-AADC-7EF4A310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4A99-749A-487B-8964-ECD1633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critical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BF2FD-42CE-4547-8DD4-219F74F8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both-correct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564E1-4EED-4CF1-B05C-0BD5272F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0BF0D-276B-4F84-B149-03C8E616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ED579-5F46-4EA3-87E9-1D1AFA1A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860AE-29DD-4F2B-B2B5-F20870F6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actively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00429-8E38-4A10-ADC8-5BA58BD7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4F820-4194-43FE-BE2D-F3009E06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B499D-8CFD-435C-80EF-89346E4C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67E84-CD1D-4A06-A4DB-FEA53186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BB71AE-2E1C-42DF-A802-78A46F49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6090A-87AA-45FC-BBEC-646A98C2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B7CFB6-DF6E-4058-9837-54B8F4DB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28117-0270-4B98-A60F-F6F7535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random 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9ACB42-8E87-4DD4-B4ED-B941CA4A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BF5C6B-DB6A-4E68-89A8-C44A755B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5681A3-883C-49B7-9056-ED131B7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D9CC9-7655-4451-96CE-5A64ECBC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3296C9-818F-46BF-BE49-8BAB2ED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73.7%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AAD4D4-9E0E-40C0-B9B3-4AF1019B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355EB-E167-49E2-8393-22B1605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Random sampling mostly selected easy both-correct cases, pushing the router toward nano and losing 6.3 accuracy points. We therefore oversampled critical cases deliberately.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9AA134-141C-47C0-88AC-921EDAC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Critical = mini-only + nano-only; sources: half1 trainval50 with-critical split and random-control trainval50 split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9CBA33-F8E3-487A-916D-39DBF325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4196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F6D5C-2DA2-4354-BCE9-35771E01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F17DD-4853-407F-A598-2F18585E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Larger samples were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D268A-DB3D-4BE2-AD60-CDA96E8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1B54B-F2C2-4E05-8703-3F1022D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A7B8D-3E66-4858-8539-D5C7D106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38192-EF36-45B6-A0EA-A2480C84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33F8C-3E3F-4A92-B843-CB52C28B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B8284-B115-4ADC-AB93-53A91843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B40B8-03CA-410C-8430-1A2BE6AD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B1FA3-F8CD-45BA-80E5-C1CE390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2F44A-EBB0-4E8E-8CF3-E96191FB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63D07-885B-4849-B06A-5E43A0A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B8E4B-C4AA-4E68-BD3D-817465A5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06717-F8B0-4EAA-9382-22893DD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7581B-76C5-4850-9010-8A5FE95E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24BE-3DD1-472D-B43F-1F280FFD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D898B-EB67-41B6-B727-9F8903C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43C63-11D9-4F84-826F-E7F5B789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91FAD-9BD0-487D-B90E-A2628517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8CC82-CB52-4C2A-A5C7-76780F3D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DDE96-67A1-429C-A675-ADEB5200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A9896-BAB2-4628-97B5-6106DF82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58C1A-9C01-42C7-8BE5-0374E3EE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41A8D-D588-4E70-9EF5-A2E9AB63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7F4E0-D1EB-424B-8A22-0945A16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4BBBB-233D-4E64-BDB2-A1AA3DBF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518BA-58AF-4704-9EA6-5A8B0BF7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BCAB77-6CB1-45A6-AE44-F224343A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E1101F-51CA-40BB-A734-02D62FB7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AE9892-F96C-43D1-BC2A-8383063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9D33B-500A-4A76-8308-0D7D300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D6963-B0CF-4D31-9375-BDBFD6E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1BA418-34E6-4554-9862-D331F116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173857-7DD6-42CF-9DCE-5FB26FD9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5DB8D5-4F8F-46B4-B599-F87374E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82A1CC-31A8-44EB-B822-59BBD7E1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8AD445-091A-476A-929A-6E9CF604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C294C2-BC85-4500-973C-A1710BA3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F6BA37-B9EB-44A5-B9ED-BBAD0C4D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9FA97-46DD-4061-A9D6-326F2BF5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67FB2C-FA98-490A-A41C-478E8C5F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FA4942-FD6E-4FA2-B0C0-316A0487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BAC81-D488-48FF-9811-F5E4F0FC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EC5589-B055-4830-A86E-6C92E829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15E7B9-4958-456B-A3C2-2C6A250A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C6F162-D237-42F2-A0F2-ADBCB32A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59EC92-5A10-40AB-8D45-981C3853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B612E6-09B2-40E9-A337-42AEDBDD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4DBCB6-BAC5-4BE4-A78C-BD29A7D0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C8B3A8-9C66-4A5F-B338-EB711637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0E1BC7-AF2E-4AEB-93EF-EE1B6309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E58BCC-89C5-4376-A1C7-C02CF4A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EA091F-AC53-45DF-A443-D06FCDF3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033F76-CF2A-4B19-BF6C-BC2F57F8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AB4984-6E61-4C29-8010-B214618D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D7890B-95A7-4066-8C7F-1337F74F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1F1F81-3C52-46DE-B998-6714A78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A83461-35BC-4D42-9D53-9E1E052A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DB764C-4353-4F6F-9EF5-BC7B1BC1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5617F5-550E-4EB4-8652-E8505C44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Size 50 best preserved accuracy. At larger sizes, the falling critical share and rising both-correct share pushed the router toward nano-heavy policies.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9548E6-EAAB-45C1-918A-D1D05947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70C12D-D35A-4E4B-B0B8-885789BD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8988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51E45-8977-4626-A042-B78BDAD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1F8BA-56F1-424C-A750-EC9C117A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B5AE6-C22F-49B3-874E-1D9DDDF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683A2-4983-43C1-AB37-80A0EB9E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4B3C7-1974-4E2C-95CC-7153741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C1146-4B55-455E-ABDB-16CE660B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C802C-F7D2-4372-9E7E-A570396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C8BA6-694A-4739-9A11-35F07A24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C9EF9-7F4B-4A1B-85FF-4051BE9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B535A-0711-4097-BB79-D656B78E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33E64-B64E-4A5C-B1BB-2F145E5E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016F4-8335-4801-9875-AE8482D1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2D17C-C8E9-4F9B-86AA-DA06F57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8E78E-446E-4C30-A78B-F56A3980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66FB7-DA11-4B88-B5B5-1A33C48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A7B21-BFAD-42CC-B0F8-3A9BD07A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284E6-B7FF-411E-84EE-43BD8122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85AE2-72D1-41E9-B804-6ABACDF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CC1EB-10C8-4A47-B264-F50CC640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B6B8C-8B2C-4874-80ED-081C919A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A8F94-1E0B-46D8-8B64-E82A911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00B50-9B7F-4AA6-B88F-29F0AF9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65FDC-C4B0-42ED-8751-D4CB209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DF7E3-524D-447D-B967-FE504688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468CE-B480-48CD-82F9-A5AD03A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0E3B6-AC10-4AEA-98B4-17FECBFC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D2324-720E-4AE7-8C7A-C457625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26BCE-43B7-4173-B29B-4C20299C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A2BC4-5EE7-4737-8554-2763A0E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52662-010F-4B50-80CA-79143832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6734A-9B0D-46ED-8487-87BDA4C5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C79F26-8943-43DD-B3EA-C7A233F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8F4A8-149D-42F5-BD82-E94E9BA2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52DF87-FCBD-48D7-B310-41D43033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CE10A-5343-4E1B-A5AF-661F82A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33CC3-77FF-4CD0-897A-5762FC89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0D26DB-FA92-4067-8802-62C454FD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712625-05E9-435C-9F8E-5AFC0F60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582F6C-5402-42ED-8400-7096EEB1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E896A1-B41B-4898-A7F3-0C3C3468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9DC9A-AB88-4F44-9C3D-338CDBAA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9DBB67-C773-4511-87C9-E2E46BAD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D29B30-00AF-4A9B-B63A-846071D7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8B434A-A76C-4CB8-A4F0-AAF30B6D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587553-64E6-49E2-B277-DF109A25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57A1F8-89DC-4775-9E27-8E6710B6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570882-4E0A-49E1-B0ED-CCB4D88B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4446CD-3A66-4983-A488-63278581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4B5878-F2F8-4C6F-89F4-A0A1D720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FCEB6B-F464-4E45-AE4F-D317D18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9F7E86-540E-4135-95F9-28215164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6E29DB-955D-4746-9232-195BED80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841959-70DE-47EB-B1C4-B7AD2768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CB9FA6-73E8-43A4-A64B-AAE87DC3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46471D-D108-4E67-B3B9-2E58F54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A65C0F-0410-455F-AD0E-1FE898B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4892DA-FFD3-4832-AE61-07743F5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AA07D7-2663-414C-B608-6F308D7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1703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9F4B8-39A8-4A8A-AD12-171E768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241F0-7FAA-4CFB-829E-8B0CBA8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417BF-362E-4C30-92A1-6BA26531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D1545-D273-4EB1-88BE-1FF42F9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A5106-78F4-465A-9179-DCC890B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1A522-C762-4717-9AB9-52D181BB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60032-4032-4602-A53F-4F3C8F99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C34F7-1691-4732-8CFB-73563694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202B7-168B-4A43-86F7-60A05F2F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47DC2-03ED-4D23-B04F-01BC40BB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5F139-7E4B-4D6C-BB0C-A608ECA1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9ACCD-C6DE-44F4-910C-B13250E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F439B-BAF4-459C-8647-F9394D3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70DBB-74D9-4036-A77E-2899FE40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5FFA5-E654-42AF-A845-D764B1B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37F0C-47D4-4A45-979F-645BA090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437BD-EA82-43D4-89CC-9490F07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BA825-2D78-4171-8802-B755C54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A2841-1942-4B48-896A-E730118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AD343-ED01-4D8A-9E9D-F5926EDC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D4194-F14D-428A-B670-9CD63B2E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463DF-0DE9-4D02-99E8-DBF536B1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F41F0-E52D-4081-8023-34661363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2C8D7-405F-4058-86E8-789B5DA4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00E61-9A37-42B9-ABC4-AD77EBB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C8398-4971-44DD-A4C0-4D906AA9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B1DD7-C509-4339-A442-A5D5C10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9BC78-B4C1-4541-A1C1-EE55AE5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B3E3AF-E687-4A6A-AB47-39E201E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8BC98-2DED-43EF-A8AD-120C2ACE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B9B44-0A12-4ECC-B673-3E099B67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26524-799A-41A8-A037-7818091A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11CD1-70D7-46D7-8BDE-019F62C7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A78C1B-3BE6-4911-AA24-50281A76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F96919-791F-4875-9ACD-9332F46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F00EEB-4395-4E96-869C-BD726C1C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587300-2A6F-461C-BD6F-3F9FC3B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0754D4-F69B-498B-A86B-7A4FE1D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F16D47-5544-4914-AF0C-7AE8AEB6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65BC3A-745B-4CA5-9E35-4BCD1C2F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B5B5A3-8FF6-458C-B566-C305A733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58FD6D-4C09-4EC5-92FD-E732DE09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5D0ABB-21D9-4D72-9DCC-1AF8EED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DE4147-5D8B-4BAE-84CA-0797B075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7544AF-E018-4096-ACCA-F70F2B12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2D577F-3776-4FD1-9DBA-BDC36D2E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32EC3F-8B35-4F46-9CDC-3A6194FC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6FF54E-B1B7-44DC-AD1B-58A35A47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576A79-C104-4CA2-B28D-B10A5AD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92820E-28B8-44DE-B585-A3A8755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E799C2-983C-421B-A3B6-EFA91A5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471ED-DA22-4A8C-9929-EF8974B2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68C62F-26AA-44DE-85B5-060B52B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0AF355-5D1E-44DB-956D-3E9D69F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464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4D9203-D52E-447E-B7AE-8A5FA661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EACFC-2E0B-4FE2-9986-0AEF6671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9BEB0-E493-431A-91FC-8BCEBE20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7BBC8-5F9D-42B2-A07D-D6755D0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622C7-A9B2-430E-8AEA-6206B07A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2DC0E-FD93-4177-B933-FEBD5D9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8C1E4-5463-4B7C-9A66-45680F76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1EAD7-90CD-4AB9-B2BE-C3A95E35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59DDB-C67C-4581-8538-6F86251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74572-A326-4391-9645-3926733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493E9-68EA-4221-A660-EB42FCA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8D108-BA1B-488A-A1F1-D77D6063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62AFA-BA59-4559-B396-CA66C8F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84AB9-CB0C-4B1D-B395-8CD99AE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72589-337B-42E9-B37A-10DDADD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56040-768B-4DF0-8E96-D1488BC0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80C03-2301-4700-9E07-52415CC0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2DAAB-C10B-46A6-B7C2-31A099F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BA215-D45E-4F54-99A7-5E1F3434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E52D7-3F8F-40E7-BE4B-61B99233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D7992-3DDC-4566-9979-AA4087CF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B0D3C-32F9-409F-9FC2-C481822D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B1964-F9E8-468F-A966-2ADDD2B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1917B-679B-4A71-A85C-283D2F9F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E4D88-977A-4A99-8DD1-E8F24944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B68378-7718-4521-9E50-D1B2DB92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9507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97AFC-C85E-40A7-A119-ADDFC3DD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8CD13-A5CA-4266-A9D0-8AF11BE1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BC7EE-D75E-4B80-95AA-43E6C850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C8600-9073-4884-AC99-6A4EB56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CB568-6D3B-4D26-BA7A-C35B8C6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C3DEE-D15D-4C67-901B-3356B0C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1F18A-8C2D-42BE-AEF8-2A2ECFE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89C68-0317-4E0F-B9D3-478E1EF0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CE320-41B6-46E2-8B4C-27271C8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52195-63FF-4BDF-840D-50A54396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0BA15-C4D9-44BC-AA0E-1E60AAB3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A0C9E-182D-4FE6-85AA-B8B830B2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A738A-19F6-424F-A500-E8B5D722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1CC7C-9575-49B2-8C01-EECF52AE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380C4-A158-43E7-B2EE-2CAEE89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9C30A-F1B0-42D0-B641-BA2EFD62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4634B-91ED-41D3-9FA4-CD3E8DEF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221D9-C532-4A2F-AC91-7BDA508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29887-59E6-4CA1-9301-53F4EFB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30884-071F-4151-B27C-73ED35AA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A2593-35C4-47BC-839F-F0760341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91B6A-D428-43E1-B730-4ECEA26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56739-FA20-42C5-9B8C-6FE8D888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90B5D-A3CF-4106-9E05-7B6A6DF0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A444A-ACBD-4542-881B-7057144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279B9-9C3A-4DD9-82D8-8E15C339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FBBCC0-7A3D-4237-98CA-1043F4A9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49DAA-D3EF-4885-9417-21836BE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D7CC3-81A5-4E1A-A3E7-C61D61D3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CD077-E07C-43E7-9CCD-D99B052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407B6-27E4-492A-B8F4-759004B8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BF2A76-BD4E-4A13-A3CB-5C17F73B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43AB8-D741-4621-A5E7-A7A564B5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3E82B9-2AA2-4F87-BAE5-6965E7E3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65C82B-B142-44A1-BD8E-2B739937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20F53D-8B7A-48F8-8C20-3DD346C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442963-C5FA-4A52-8C20-A7CDCBD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BFF710-A68E-47E9-B74E-2F8A8F0A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9AB26B-F40D-4894-99B9-CE7EDD59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771C77-04B7-4DC0-8587-A03AE612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52FCD6-6804-4543-A277-2C9844A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E89D37-0B77-4C26-B53F-D5F24794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FBACAF-DD18-4BE0-B012-BA08DEF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7A715E-8251-4FEE-9CB7-CDFB8AA8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C5CDC9-533D-4A02-AD15-B30D34AF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4220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B80BA-E565-47CA-9177-FA077C2D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A608F-DA0A-4045-8C50-1EAAC9CB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55166-F9AF-4807-8698-6EA4637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9EED0-EB52-4206-A5EC-73EA7B4D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88404-6D3D-4BB8-A6DA-A033476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3E1DB-86ED-4821-BEA8-D81D1325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2DCAE-9FC0-46EA-AA43-3C03DC77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47D01-C9DD-4B32-A5E9-D93F196A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8DFC5-E401-495F-B7D0-173794CC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B14C3-6DB4-4049-A229-FDF03A42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3ACDC-D29B-42B7-80F7-9E63A6E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9C4A3-946E-426B-BC8C-E2C00C6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666DB-604F-41B4-B0E2-685A5CB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E993F-A719-4F6A-AAF2-CCF026B7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88EB7-8D6A-401F-8675-AF3531D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B69B0-BD76-409D-87D5-AD4E07E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DD968-5303-44FF-B117-26CA6196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CF636-47EC-4CDF-A2E6-F387F76E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80B77-9FAB-403B-9124-B6552E8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4729D-D35A-47C0-86A7-D411F0E0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F1E7C-8EDB-4C2A-B10C-734F2E9B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BF302-7008-4EB7-9C8E-C6EC7E0F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945AA-A913-4779-B1D0-AD92DE5D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269E5-D8D8-4CAB-B576-ABF6954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66983-B6D0-4698-AE1B-9064D5C4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9848A-F2A0-4C66-B404-898E9E7F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ABFE61-704C-4773-8231-C897BB18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22C18-A652-4A5A-8347-3DF5DF44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483C0-F0A3-4B66-9C92-02A73FD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37A3E8-B145-42A5-A63F-40D72D9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62282-2097-497A-AFEE-9C7FF099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D95A1D-91B7-4D54-AF0E-A40A46F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D11ED-AB4E-4E06-A937-AB92A05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D74D7B-264A-46B7-A76C-7A344388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831C1C-3C0B-4A22-90EA-1E35A883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D964BF-8754-4E99-81D7-09DB2E95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69A02-0C03-48B1-B516-1469F22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1C53EB-DF11-4778-B1E6-6347037E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B6C1AA-6425-4CDD-8056-C35E64EF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3DFA0B-738C-44BB-844D-E5A10AF3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39456F-8549-4552-B019-46804824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422309-102A-4473-B223-7204586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CFE930-9F3A-409C-A7D2-81FF3291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F02432-F079-4AAE-81BE-E9AEE24A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646DC4-7D27-4129-B3A4-533F0380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DDFCBE-9CE4-4157-83B9-33EFC285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AF19B6-6807-45F0-B21D-D3C291A3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6D438-0F27-4B80-B7B2-F7400170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EE6AB3-AD40-4295-AA4F-8351B4A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FB4F43-6614-4CDE-B4A4-8530E98F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C4E7E8-640C-47DB-BBC8-8EEC8792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C5B93B-29D3-476B-8FBC-95469768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9E7144-BD02-4359-9D9C-C91681F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3DE35F-1B8E-41D7-B6B9-9B4BD4E4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954421-FD0D-4D5E-B4B6-A762D025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8251A4-CF6C-4C9F-B474-D7BC386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C414F4-2B93-488C-A289-9CB8BD2F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65163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E16CA-CE03-4EC8-B5A2-7E9F90F6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53C82-0AF2-42DA-B7D2-4D44578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F3DEE-8024-4640-9D59-592EFA83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38694-8E1E-40ED-9EFB-E81E47CD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D547A-3AED-41FC-AEDB-2BE0716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FF82-B253-4EAE-9A5A-2DA78B5F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5A722-3EDB-4690-8C3E-12536E22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2C144-0903-4897-A322-4CE30BB9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19B94-794B-4153-9C7E-403E7D69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D778A-9AE5-443A-B687-DC2169C9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87EA3-24AA-40C3-A173-FCEE8687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5880A-3E32-4817-9693-278969C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EB43E-CAE9-4FD0-9CA8-FB672A49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F69BD-467F-455C-8DF8-6B2EF148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3CD14-7AEA-4120-A990-507DF8CF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9162B-2242-48C3-B8B5-45F8A3F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535C2-1667-4931-8E54-D25DB54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0232B-04E3-4933-BA35-E5D4F21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B43E9-12BB-46C3-9AC7-37FE6115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42AC8-C8DA-41CB-9C75-7F3EB60C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FEAAB-452B-4EDA-99B9-BF873BEE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D4215-379D-4AD8-A2AC-D3593F2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D8587-1365-4D5F-9011-FD1730C2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59537-A54A-48C1-912C-BDCE7627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11B30-3FD8-4FC5-ADEE-260E091B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D9486-4DEF-412A-A0F4-7E382043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4AFD1-E03C-4F34-8DA0-DC2B5CB0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DE024-FAFB-4AD0-9977-1DD5F3B6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DA14B-C9CE-40B9-BC52-92366BD0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5F616-E804-4A28-AFF7-CED19353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8197A9-C231-4659-A568-4DB555D5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85F8C-EAC3-4FF4-99BD-131C6FB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4B9152-15AE-483C-819F-B4B847E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29AA0-BBB0-4F75-8161-BE303FD6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B38A05-2F69-4FC0-91BF-30822F13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B3D99-B432-4E65-98D7-F61ADA32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64F811-56D9-4331-84A7-7C66EEE3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3BC446-22A3-4AF8-A275-32EC05BB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07BCAA-8691-4A9D-AA87-11F9B0EC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E90273-3DF0-47F2-933F-6949ECB5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F39993-6C39-4FD1-AEBD-1348C08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C932FA-04D8-4D40-BCE4-A57E09C3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D5B2E6-93A2-4C90-AC5C-660044C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56FEEC-5ACD-4E2F-A10C-1D6F67D3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CF9517-6E99-4142-833B-29D0B3B8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8AF628-D12E-422F-BE5C-87A14AC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751050-20CB-4425-87D8-186737AE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7839EF-F379-47C4-B913-6F945C5B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D228FF-1511-4930-B8F4-F119713E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86C99F-2B70-4386-9271-C4C6C2D4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15CC15-740F-4FBA-809D-94A6CA96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E7E571-54E5-4792-84D5-5DAE8AE7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9C8DB0-6E32-4EF3-90C3-AAFFB26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FD24BE-B1FA-493B-91AD-EE8ADD5C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D96F89-EBB2-4BB9-9DAF-65413504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0D4D9D-079A-4DD1-9832-72FF91BB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A861D9-3A13-4203-A10D-3371DD66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B4897D-40A5-4324-820E-B2585DD7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4AFFE7-2BE7-4BCC-8D7A-775DA350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F6F183-D4F6-489F-A788-3AB4F832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BD379B-DA95-47A7-8492-31B470AE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E53CAD-B934-416A-9420-4FAC552C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BFD489-9555-4E1D-BFE1-C2EACB98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A173DA-DD84-417C-B6B5-F639E8F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95AD86-F425-4614-B9CB-46D6B5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A0069A-C8FB-4A90-A99A-518A7F24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C70C08-52AD-4A78-B342-01D705B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81E724-F8A6-4FA3-BAA7-7C89E106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0D5CB6-2E90-4C59-A821-D70D1994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355312-30F2-45EB-8028-2AE4E658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98D251-17F7-476B-A491-3DF39B39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21C96C-F7FF-473E-B669-28E44221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0B4949-679D-4CFF-85F0-07C46813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7DA67E-AB09-4B2E-A5F0-DF8DAB3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6FF1C4-0CB7-458E-A2B4-DFE8DC0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F48580-7FB0-4F82-82FD-B81F44A8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6722F9-66A0-433F-9AC5-5386E4A4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0830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9CF31-E2A4-4D06-987D-05A8B40D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28DA8-0706-4B29-B07C-BCC26C87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5391C-9BA4-4C23-B137-CFA308D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56FDA-126C-43EF-B1E7-74402A2C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5DE06-43D6-42B5-8A87-4E84AA2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179C8-E8C2-49BA-BCBE-C43BF48D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0D125-6E0C-40FC-B1AD-7174DE50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FA822-7F0B-4CC2-87E6-15A66570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D084E-480D-4EBE-9724-CA7DC76A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BD395-640C-412D-95AC-C9D5AEB1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47958-93B1-43F5-82DE-2E80CB39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C0D96-1D2F-46BA-87B2-408200C5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006F2-0884-4C7B-BD7C-4C8CC1E2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D09FA-FECE-42CB-972F-A246BD91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932BC-8E54-4B3B-9A5B-F2032CF9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8D365-3F7C-417A-B9B9-E911E776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2C50B-EA31-4715-AF07-C48F13AA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68008-1595-474D-8EEE-EDD8881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24087-5BC1-46D3-BCB1-7EC00B3F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5C927-F9D8-457A-B59A-B5853B09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5055E-85A7-4FA1-95BC-20042B66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5456D-C7E6-4FBC-A8A9-E05E5B4F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98E52-543C-4A23-9557-A1F0AC0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7FC13-FDD3-4FB0-883A-C9BFB0F2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EDD1F-62F6-475D-A36E-5BA92A93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231F6-A1E7-4A53-AAC1-63D7C2A8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69248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453EA-A17A-43A2-AB38-8D0B3ADF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Planned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314AD-2B37-47A8-A826-4BABC82D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Next comparisons will isolate routing gains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23138-1DF2-4009-9CE2-B0917355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C851B-8599-4B9E-9EA0-DA23F5A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F1809-B7EA-46B2-8746-DEA5D7EB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1D0C2-566F-47C3-BB24-C209439E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432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Controlled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F336D-1A6F-449F-B9D3-898CD71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573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Primary readout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8FD78-E8A4-448A-BCD3-BE3B2389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A9B49-06BC-46DE-9619-E1EC2F2C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Sampling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E8860-4382-4A1A-BF6A-3F5696DC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Active critical selection vs random sampling at matched N and seed.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2E0CF-EB9B-44C4-80D7-70BC29A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Critical share, test accuracy, savings, and critical misroutes.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5E016-A5F1-4AAD-9B12-34A0072C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6CAD1-FAB9-4172-B7F0-0252E3C9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28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Router family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51F5D-936A-4DEB-B63D-7A615156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Prompt router vs soft-prompt router on the same selected split.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20437-C7E9-429F-81AA-159B023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Accuracy-savings frontier under matched test conditions.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A5311-8B94-48EB-882D-B94444BE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F89EE-307C-4EFD-9959-73BA0D44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size vs data mix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83DA7-D5CB-4A38-A226-0F1364B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Sweep N at fixed bucket proportions, then sweep the M/N/B/W mix at fixed 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8313B-EF0A-4CAD-B559-8B6A7938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Separate data-volume effects from outcome-composition effects.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3C324-1AA2-439B-AAB2-5331B28A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761C4-5C0B-48A3-ABDF-16CD37D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Training and decision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02EF1-0BF7-4967-8B19-06021EDA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Cross-entropy vs expected utility; compare thresholds at a matched mini budget.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4FC3F-CF11-4D77-A526-858DE915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Utility, cost per 1k, route share, and calibration stability.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C7529-4E6B-4AAA-916F-F2A4DDBE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Every comparison will use the fixed second-half 205 test set, all-mini/all-nano/oracle baselines, and multiple random seeds.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D776C-36A5-4E97-8C02-555042E6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Planned comparison matrix; no new results reported on this slide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600818-59A5-49B4-B6BF-9154AD81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9399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2026-07-14T18:22:40.2680000Z</dcterms:created>
  <dcterms:modified xsi:type="dcterms:W3CDTF">2026-07-14T18:22:40.2680000Z</dcterms:modified>
</coreProperties>
</file>